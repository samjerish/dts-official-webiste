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Blacker Sans Text Bold" charset="1" panose="00000700000000000000"/>
      <p:regular r:id="rId22"/>
    </p:embeddedFont>
    <p:embeddedFont>
      <p:font typeface="Aileron Bold" charset="1" panose="00000800000000000000"/>
      <p:regular r:id="rId23"/>
    </p:embeddedFont>
    <p:embeddedFont>
      <p:font typeface="Abril Fatface" charset="1" panose="02000503000000020003"/>
      <p:regular r:id="rId24"/>
    </p:embeddedFont>
    <p:embeddedFont>
      <p:font typeface="Gagalin" charset="1" panose="00000500000000000000"/>
      <p:regular r:id="rId25"/>
    </p:embeddedFont>
    <p:embeddedFont>
      <p:font typeface="Lato" charset="1" panose="020F0502020204030203"/>
      <p:regular r:id="rId26"/>
    </p:embeddedFont>
    <p:embeddedFont>
      <p:font typeface="Archivo Black" charset="1" panose="020B0A03020202020B04"/>
      <p:regular r:id="rId27"/>
    </p:embeddedFont>
    <p:embeddedFont>
      <p:font typeface="Dosis" charset="1" panose="02010503020202060003"/>
      <p:regular r:id="rId28"/>
    </p:embeddedFont>
    <p:embeddedFont>
      <p:font typeface="Carelia" charset="1" panose="00000500000000000000"/>
      <p:regular r:id="rId29"/>
    </p:embeddedFont>
    <p:embeddedFont>
      <p:font typeface="Montserrat Ultra-Bold Italics" charset="1" panose="00000900000000000000"/>
      <p:regular r:id="rId30"/>
    </p:embeddedFont>
    <p:embeddedFont>
      <p:font typeface="Lato Bold" charset="1" panose="020F0502020204030203"/>
      <p:regular r:id="rId31"/>
    </p:embeddedFont>
    <p:embeddedFont>
      <p:font typeface="Canva Sans Bold" charset="1" panose="020B0803030501040103"/>
      <p:regular r:id="rId32"/>
    </p:embeddedFont>
    <p:embeddedFont>
      <p:font typeface="Calistoga" charset="1" panose="00000500000000000000"/>
      <p:regular r:id="rId33"/>
    </p:embeddedFont>
    <p:embeddedFont>
      <p:font typeface="Telegraf Ultra-Bold" charset="1" panose="00000900000000000000"/>
      <p:regular r:id="rId34"/>
    </p:embeddedFont>
    <p:embeddedFont>
      <p:font typeface="Livvic Semi-Bold" charset="1" panose="00000000000000000000"/>
      <p:regular r:id="rId35"/>
    </p:embeddedFont>
    <p:embeddedFont>
      <p:font typeface="Telegraf Medium" charset="1" panose="000006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5.jpeg" Type="http://schemas.openxmlformats.org/officeDocument/2006/relationships/image"/><Relationship Id="rId4"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6.pn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4.png" Type="http://schemas.openxmlformats.org/officeDocument/2006/relationships/image"/><Relationship Id="rId4" Target="../media/image27.jpe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0.png" Type="http://schemas.openxmlformats.org/officeDocument/2006/relationships/image"/><Relationship Id="rId4"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4.png" Type="http://schemas.openxmlformats.org/officeDocument/2006/relationships/image"/><Relationship Id="rId4" Target="../media/image31.jpeg" Type="http://schemas.openxmlformats.org/officeDocument/2006/relationships/image"/><Relationship Id="rId5" Target="../media/image32.jpeg" Type="http://schemas.openxmlformats.org/officeDocument/2006/relationships/image"/><Relationship Id="rId6" Target="../media/image3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4.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7.jpeg" Type="http://schemas.openxmlformats.org/officeDocument/2006/relationships/image"/><Relationship Id="rId4"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4.png" Type="http://schemas.openxmlformats.org/officeDocument/2006/relationships/image"/><Relationship Id="rId4" Target="../media/image39.jpeg" Type="http://schemas.openxmlformats.org/officeDocument/2006/relationships/image"/><Relationship Id="rId5" Target="../media/image40.jpeg" Type="http://schemas.openxmlformats.org/officeDocument/2006/relationships/image"/><Relationship Id="rId6" Target="../media/image4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png" Type="http://schemas.openxmlformats.org/officeDocument/2006/relationships/image"/><Relationship Id="rId2" Target="../media/image12.jpe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 Id="rId9" Target="../media/image4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jpeg" Type="http://schemas.openxmlformats.org/officeDocument/2006/relationships/image"/><Relationship Id="rId4" Target="../media/image3.jpeg" Type="http://schemas.openxmlformats.org/officeDocument/2006/relationships/image"/><Relationship Id="rId5" Target="../media/image39.jpeg" Type="http://schemas.openxmlformats.org/officeDocument/2006/relationships/image"/><Relationship Id="rId6" Target="../media/image31.jpeg" Type="http://schemas.openxmlformats.org/officeDocument/2006/relationships/image"/><Relationship Id="rId7" Target="../media/image3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svg" Type="http://schemas.openxmlformats.org/officeDocument/2006/relationships/image"/><Relationship Id="rId11" Target="../media/image63.png" Type="http://schemas.openxmlformats.org/officeDocument/2006/relationships/image"/><Relationship Id="rId12" Target="../media/image64.svg" Type="http://schemas.openxmlformats.org/officeDocument/2006/relationships/image"/><Relationship Id="rId2" Target="../media/image54.png" Type="http://schemas.openxmlformats.org/officeDocument/2006/relationships/image"/><Relationship Id="rId3" Target="../media/image55.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 Id="rId7" Target="../media/image59.png" Type="http://schemas.openxmlformats.org/officeDocument/2006/relationships/image"/><Relationship Id="rId8" Target="../media/image60.svg" Type="http://schemas.openxmlformats.org/officeDocument/2006/relationships/image"/><Relationship Id="rId9" Target="../media/image6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1841"/>
            <a:ext cx="1290174" cy="10529321"/>
            <a:chOff x="0" y="0"/>
            <a:chExt cx="121020" cy="987664"/>
          </a:xfrm>
        </p:grpSpPr>
        <p:sp>
          <p:nvSpPr>
            <p:cNvPr name="Freeform 3" id="3"/>
            <p:cNvSpPr/>
            <p:nvPr/>
          </p:nvSpPr>
          <p:spPr>
            <a:xfrm flipH="false" flipV="false" rot="0">
              <a:off x="0" y="0"/>
              <a:ext cx="121020" cy="987664"/>
            </a:xfrm>
            <a:custGeom>
              <a:avLst/>
              <a:gdLst/>
              <a:ahLst/>
              <a:cxnLst/>
              <a:rect r="r" b="b" t="t" l="l"/>
              <a:pathLst>
                <a:path h="987664" w="121020">
                  <a:moveTo>
                    <a:pt x="0" y="0"/>
                  </a:moveTo>
                  <a:lnTo>
                    <a:pt x="121020" y="0"/>
                  </a:lnTo>
                  <a:lnTo>
                    <a:pt x="121020" y="987664"/>
                  </a:lnTo>
                  <a:lnTo>
                    <a:pt x="0" y="987664"/>
                  </a:lnTo>
                  <a:close/>
                </a:path>
              </a:pathLst>
            </a:custGeom>
            <a:solidFill>
              <a:srgbClr val="FF3131"/>
            </a:solidFill>
          </p:spPr>
        </p:sp>
        <p:sp>
          <p:nvSpPr>
            <p:cNvPr name="TextBox 4" id="4"/>
            <p:cNvSpPr txBox="true"/>
            <p:nvPr/>
          </p:nvSpPr>
          <p:spPr>
            <a:xfrm>
              <a:off x="0" y="-38100"/>
              <a:ext cx="121020" cy="10257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818755" y="0"/>
            <a:ext cx="527950" cy="4283742"/>
            <a:chOff x="0" y="0"/>
            <a:chExt cx="49522" cy="401821"/>
          </a:xfrm>
        </p:grpSpPr>
        <p:sp>
          <p:nvSpPr>
            <p:cNvPr name="Freeform 6" id="6"/>
            <p:cNvSpPr/>
            <p:nvPr/>
          </p:nvSpPr>
          <p:spPr>
            <a:xfrm flipH="false" flipV="false" rot="0">
              <a:off x="0" y="0"/>
              <a:ext cx="49522" cy="401821"/>
            </a:xfrm>
            <a:custGeom>
              <a:avLst/>
              <a:gdLst/>
              <a:ahLst/>
              <a:cxnLst/>
              <a:rect r="r" b="b" t="t" l="l"/>
              <a:pathLst>
                <a:path h="401821" w="49522">
                  <a:moveTo>
                    <a:pt x="0" y="0"/>
                  </a:moveTo>
                  <a:lnTo>
                    <a:pt x="49522" y="0"/>
                  </a:lnTo>
                  <a:lnTo>
                    <a:pt x="49522" y="401821"/>
                  </a:lnTo>
                  <a:lnTo>
                    <a:pt x="0" y="401821"/>
                  </a:lnTo>
                  <a:close/>
                </a:path>
              </a:pathLst>
            </a:custGeom>
            <a:solidFill>
              <a:srgbClr val="01070A"/>
            </a:solidFill>
          </p:spPr>
        </p:sp>
        <p:sp>
          <p:nvSpPr>
            <p:cNvPr name="TextBox 7" id="7"/>
            <p:cNvSpPr txBox="true"/>
            <p:nvPr/>
          </p:nvSpPr>
          <p:spPr>
            <a:xfrm>
              <a:off x="0" y="-38100"/>
              <a:ext cx="49522" cy="439921"/>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17483019" y="6781537"/>
            <a:ext cx="0" cy="5498729"/>
          </a:xfrm>
          <a:prstGeom prst="line">
            <a:avLst/>
          </a:prstGeom>
          <a:ln cap="flat" w="19050">
            <a:solidFill>
              <a:srgbClr val="000000"/>
            </a:solidFill>
            <a:prstDash val="solid"/>
            <a:headEnd type="none" len="sm" w="sm"/>
            <a:tailEnd type="none" len="sm" w="sm"/>
          </a:ln>
        </p:spPr>
      </p:sp>
      <p:sp>
        <p:nvSpPr>
          <p:cNvPr name="Freeform 9" id="9"/>
          <p:cNvSpPr/>
          <p:nvPr/>
        </p:nvSpPr>
        <p:spPr>
          <a:xfrm flipH="false" flipV="false" rot="0">
            <a:off x="1506435" y="5560861"/>
            <a:ext cx="8745471" cy="2787192"/>
          </a:xfrm>
          <a:custGeom>
            <a:avLst/>
            <a:gdLst/>
            <a:ahLst/>
            <a:cxnLst/>
            <a:rect r="r" b="b" t="t" l="l"/>
            <a:pathLst>
              <a:path h="2787192" w="8745471">
                <a:moveTo>
                  <a:pt x="0" y="0"/>
                </a:moveTo>
                <a:lnTo>
                  <a:pt x="8745471" y="0"/>
                </a:lnTo>
                <a:lnTo>
                  <a:pt x="8745471" y="2787192"/>
                </a:lnTo>
                <a:lnTo>
                  <a:pt x="0" y="2787192"/>
                </a:lnTo>
                <a:lnTo>
                  <a:pt x="0" y="0"/>
                </a:lnTo>
                <a:close/>
              </a:path>
            </a:pathLst>
          </a:custGeom>
          <a:blipFill>
            <a:blip r:embed="rId2"/>
            <a:stretch>
              <a:fillRect l="-12934" t="-258328" r="-6808" b="-17391"/>
            </a:stretch>
          </a:blipFill>
        </p:spPr>
      </p:sp>
      <p:grpSp>
        <p:nvGrpSpPr>
          <p:cNvPr name="Group 10" id="10"/>
          <p:cNvGrpSpPr>
            <a:grpSpLocks noChangeAspect="true"/>
          </p:cNvGrpSpPr>
          <p:nvPr/>
        </p:nvGrpSpPr>
        <p:grpSpPr>
          <a:xfrm rot="0">
            <a:off x="9206994" y="4283742"/>
            <a:ext cx="2497796" cy="2497796"/>
            <a:chOff x="0" y="0"/>
            <a:chExt cx="8909050" cy="8909050"/>
          </a:xfrm>
        </p:grpSpPr>
        <p:sp>
          <p:nvSpPr>
            <p:cNvPr name="Freeform 11" id="11"/>
            <p:cNvSpPr/>
            <p:nvPr/>
          </p:nvSpPr>
          <p:spPr>
            <a:xfrm flipH="false" flipV="false" rot="0">
              <a:off x="-210012" y="2402"/>
              <a:ext cx="9329074" cy="8904246"/>
            </a:xfrm>
            <a:custGeom>
              <a:avLst/>
              <a:gdLst/>
              <a:ahLst/>
              <a:cxnLst/>
              <a:rect r="r" b="b" t="t" l="l"/>
              <a:pathLst>
                <a:path h="8904246" w="9329074">
                  <a:moveTo>
                    <a:pt x="4664537" y="7123"/>
                  </a:moveTo>
                  <a:cubicBezTo>
                    <a:pt x="3071756" y="0"/>
                    <a:pt x="1596908" y="845651"/>
                    <a:pt x="798454" y="2223865"/>
                  </a:cubicBezTo>
                  <a:cubicBezTo>
                    <a:pt x="0" y="3602079"/>
                    <a:pt x="0" y="5302167"/>
                    <a:pt x="798454" y="6680382"/>
                  </a:cubicBezTo>
                  <a:cubicBezTo>
                    <a:pt x="1596908" y="8058595"/>
                    <a:pt x="3071756" y="8904246"/>
                    <a:pt x="4664537" y="8897123"/>
                  </a:cubicBezTo>
                  <a:cubicBezTo>
                    <a:pt x="6257318" y="8904246"/>
                    <a:pt x="7732166" y="8058595"/>
                    <a:pt x="8530620" y="6680382"/>
                  </a:cubicBezTo>
                  <a:cubicBezTo>
                    <a:pt x="9329074" y="5302167"/>
                    <a:pt x="9329074" y="3602079"/>
                    <a:pt x="8530620" y="2223865"/>
                  </a:cubicBezTo>
                  <a:cubicBezTo>
                    <a:pt x="7732166" y="845651"/>
                    <a:pt x="6257318" y="0"/>
                    <a:pt x="4664537" y="7123"/>
                  </a:cubicBezTo>
                  <a:close/>
                </a:path>
              </a:pathLst>
            </a:custGeom>
            <a:solidFill>
              <a:srgbClr val="01070A"/>
            </a:solidFill>
          </p:spPr>
        </p:sp>
        <p:sp>
          <p:nvSpPr>
            <p:cNvPr name="Freeform 12" id="12"/>
            <p:cNvSpPr/>
            <p:nvPr/>
          </p:nvSpPr>
          <p:spPr>
            <a:xfrm flipH="false" flipV="false" rot="0">
              <a:off x="63863" y="263805"/>
              <a:ext cx="8781323" cy="8381440"/>
            </a:xfrm>
            <a:custGeom>
              <a:avLst/>
              <a:gdLst/>
              <a:ahLst/>
              <a:cxnLst/>
              <a:rect r="r" b="b" t="t" l="l"/>
              <a:pathLst>
                <a:path h="8381440" w="8781323">
                  <a:moveTo>
                    <a:pt x="4390662" y="6705"/>
                  </a:moveTo>
                  <a:cubicBezTo>
                    <a:pt x="2891400" y="0"/>
                    <a:pt x="1503147" y="795999"/>
                    <a:pt x="751573" y="2093292"/>
                  </a:cubicBezTo>
                  <a:cubicBezTo>
                    <a:pt x="0" y="3390586"/>
                    <a:pt x="0" y="4990854"/>
                    <a:pt x="751573" y="6288148"/>
                  </a:cubicBezTo>
                  <a:cubicBezTo>
                    <a:pt x="1503147" y="7585441"/>
                    <a:pt x="2891400" y="8381440"/>
                    <a:pt x="4390662" y="8374735"/>
                  </a:cubicBezTo>
                  <a:cubicBezTo>
                    <a:pt x="5889924" y="8381440"/>
                    <a:pt x="7278177" y="7585441"/>
                    <a:pt x="8029751" y="6288148"/>
                  </a:cubicBezTo>
                  <a:cubicBezTo>
                    <a:pt x="8781323" y="4990854"/>
                    <a:pt x="8781323" y="3390586"/>
                    <a:pt x="8029751" y="2093292"/>
                  </a:cubicBezTo>
                  <a:cubicBezTo>
                    <a:pt x="7278177" y="795999"/>
                    <a:pt x="5889924" y="0"/>
                    <a:pt x="4390662" y="6705"/>
                  </a:cubicBezTo>
                  <a:close/>
                </a:path>
              </a:pathLst>
            </a:custGeom>
            <a:blipFill>
              <a:blip r:embed="rId3"/>
              <a:stretch>
                <a:fillRect l="-16369" t="0" r="-16369" b="0"/>
              </a:stretch>
            </a:blipFill>
          </p:spPr>
        </p:sp>
        <p:sp>
          <p:nvSpPr>
            <p:cNvPr name="Freeform 13" id="13"/>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45454"/>
            </a:solidFill>
          </p:spPr>
        </p:sp>
      </p:grpSp>
      <p:grpSp>
        <p:nvGrpSpPr>
          <p:cNvPr name="Group 14" id="14"/>
          <p:cNvGrpSpPr>
            <a:grpSpLocks noChangeAspect="true"/>
          </p:cNvGrpSpPr>
          <p:nvPr/>
        </p:nvGrpSpPr>
        <p:grpSpPr>
          <a:xfrm rot="0">
            <a:off x="12038165" y="4283742"/>
            <a:ext cx="2497796" cy="2497796"/>
            <a:chOff x="0" y="0"/>
            <a:chExt cx="8909050" cy="8909050"/>
          </a:xfrm>
        </p:grpSpPr>
        <p:sp>
          <p:nvSpPr>
            <p:cNvPr name="Freeform 15" id="15"/>
            <p:cNvSpPr/>
            <p:nvPr/>
          </p:nvSpPr>
          <p:spPr>
            <a:xfrm flipH="false" flipV="false" rot="0">
              <a:off x="-210012" y="2402"/>
              <a:ext cx="9329074" cy="8904246"/>
            </a:xfrm>
            <a:custGeom>
              <a:avLst/>
              <a:gdLst/>
              <a:ahLst/>
              <a:cxnLst/>
              <a:rect r="r" b="b" t="t" l="l"/>
              <a:pathLst>
                <a:path h="8904246" w="9329074">
                  <a:moveTo>
                    <a:pt x="4664537" y="7123"/>
                  </a:moveTo>
                  <a:cubicBezTo>
                    <a:pt x="3071756" y="0"/>
                    <a:pt x="1596908" y="845651"/>
                    <a:pt x="798454" y="2223865"/>
                  </a:cubicBezTo>
                  <a:cubicBezTo>
                    <a:pt x="0" y="3602079"/>
                    <a:pt x="0" y="5302167"/>
                    <a:pt x="798454" y="6680382"/>
                  </a:cubicBezTo>
                  <a:cubicBezTo>
                    <a:pt x="1596908" y="8058595"/>
                    <a:pt x="3071756" y="8904246"/>
                    <a:pt x="4664537" y="8897123"/>
                  </a:cubicBezTo>
                  <a:cubicBezTo>
                    <a:pt x="6257318" y="8904246"/>
                    <a:pt x="7732166" y="8058595"/>
                    <a:pt x="8530620" y="6680382"/>
                  </a:cubicBezTo>
                  <a:cubicBezTo>
                    <a:pt x="9329074" y="5302167"/>
                    <a:pt x="9329074" y="3602079"/>
                    <a:pt x="8530620" y="2223865"/>
                  </a:cubicBezTo>
                  <a:cubicBezTo>
                    <a:pt x="7732166" y="845651"/>
                    <a:pt x="6257318" y="0"/>
                    <a:pt x="4664537" y="7123"/>
                  </a:cubicBezTo>
                  <a:close/>
                </a:path>
              </a:pathLst>
            </a:custGeom>
            <a:solidFill>
              <a:srgbClr val="FF3131"/>
            </a:solidFill>
          </p:spPr>
        </p:sp>
        <p:sp>
          <p:nvSpPr>
            <p:cNvPr name="Freeform 16" id="16"/>
            <p:cNvSpPr/>
            <p:nvPr/>
          </p:nvSpPr>
          <p:spPr>
            <a:xfrm flipH="false" flipV="false" rot="0">
              <a:off x="63863" y="263805"/>
              <a:ext cx="8781323" cy="8381440"/>
            </a:xfrm>
            <a:custGeom>
              <a:avLst/>
              <a:gdLst/>
              <a:ahLst/>
              <a:cxnLst/>
              <a:rect r="r" b="b" t="t" l="l"/>
              <a:pathLst>
                <a:path h="8381440" w="8781323">
                  <a:moveTo>
                    <a:pt x="4390662" y="6705"/>
                  </a:moveTo>
                  <a:cubicBezTo>
                    <a:pt x="2891400" y="0"/>
                    <a:pt x="1503147" y="795999"/>
                    <a:pt x="751573" y="2093292"/>
                  </a:cubicBezTo>
                  <a:cubicBezTo>
                    <a:pt x="0" y="3390586"/>
                    <a:pt x="0" y="4990854"/>
                    <a:pt x="751573" y="6288148"/>
                  </a:cubicBezTo>
                  <a:cubicBezTo>
                    <a:pt x="1503147" y="7585441"/>
                    <a:pt x="2891400" y="8381440"/>
                    <a:pt x="4390662" y="8374735"/>
                  </a:cubicBezTo>
                  <a:cubicBezTo>
                    <a:pt x="5889924" y="8381440"/>
                    <a:pt x="7278177" y="7585441"/>
                    <a:pt x="8029751" y="6288148"/>
                  </a:cubicBezTo>
                  <a:cubicBezTo>
                    <a:pt x="8781323" y="4990854"/>
                    <a:pt x="8781323" y="3390586"/>
                    <a:pt x="8029751" y="2093292"/>
                  </a:cubicBezTo>
                  <a:cubicBezTo>
                    <a:pt x="7278177" y="795999"/>
                    <a:pt x="5889924" y="0"/>
                    <a:pt x="4390662" y="6705"/>
                  </a:cubicBezTo>
                  <a:close/>
                </a:path>
              </a:pathLst>
            </a:custGeom>
            <a:blipFill>
              <a:blip r:embed="rId4"/>
              <a:stretch>
                <a:fillRect l="-16369" t="0" r="-16369" b="0"/>
              </a:stretch>
            </a:blipFill>
          </p:spPr>
        </p:sp>
        <p:sp>
          <p:nvSpPr>
            <p:cNvPr name="Freeform 17" id="17"/>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45454"/>
            </a:solidFill>
          </p:spPr>
        </p:sp>
      </p:grpSp>
      <p:grpSp>
        <p:nvGrpSpPr>
          <p:cNvPr name="Group 18" id="18"/>
          <p:cNvGrpSpPr>
            <a:grpSpLocks noChangeAspect="true"/>
          </p:cNvGrpSpPr>
          <p:nvPr/>
        </p:nvGrpSpPr>
        <p:grpSpPr>
          <a:xfrm rot="0">
            <a:off x="14869335" y="4283742"/>
            <a:ext cx="2497796" cy="2497796"/>
            <a:chOff x="0" y="0"/>
            <a:chExt cx="8909050" cy="8909050"/>
          </a:xfrm>
        </p:grpSpPr>
        <p:sp>
          <p:nvSpPr>
            <p:cNvPr name="Freeform 19" id="19"/>
            <p:cNvSpPr/>
            <p:nvPr/>
          </p:nvSpPr>
          <p:spPr>
            <a:xfrm flipH="false" flipV="false" rot="0">
              <a:off x="-210012" y="2402"/>
              <a:ext cx="9329074" cy="8904246"/>
            </a:xfrm>
            <a:custGeom>
              <a:avLst/>
              <a:gdLst/>
              <a:ahLst/>
              <a:cxnLst/>
              <a:rect r="r" b="b" t="t" l="l"/>
              <a:pathLst>
                <a:path h="8904246" w="9329074">
                  <a:moveTo>
                    <a:pt x="4664537" y="7123"/>
                  </a:moveTo>
                  <a:cubicBezTo>
                    <a:pt x="3071756" y="0"/>
                    <a:pt x="1596908" y="845651"/>
                    <a:pt x="798454" y="2223865"/>
                  </a:cubicBezTo>
                  <a:cubicBezTo>
                    <a:pt x="0" y="3602079"/>
                    <a:pt x="0" y="5302167"/>
                    <a:pt x="798454" y="6680382"/>
                  </a:cubicBezTo>
                  <a:cubicBezTo>
                    <a:pt x="1596908" y="8058595"/>
                    <a:pt x="3071756" y="8904246"/>
                    <a:pt x="4664537" y="8897123"/>
                  </a:cubicBezTo>
                  <a:cubicBezTo>
                    <a:pt x="6257318" y="8904246"/>
                    <a:pt x="7732166" y="8058595"/>
                    <a:pt x="8530620" y="6680382"/>
                  </a:cubicBezTo>
                  <a:cubicBezTo>
                    <a:pt x="9329074" y="5302167"/>
                    <a:pt x="9329074" y="3602079"/>
                    <a:pt x="8530620" y="2223865"/>
                  </a:cubicBezTo>
                  <a:cubicBezTo>
                    <a:pt x="7732166" y="845651"/>
                    <a:pt x="6257318" y="0"/>
                    <a:pt x="4664537" y="7123"/>
                  </a:cubicBezTo>
                  <a:close/>
                </a:path>
              </a:pathLst>
            </a:custGeom>
            <a:solidFill>
              <a:srgbClr val="01070A"/>
            </a:solidFill>
          </p:spPr>
        </p:sp>
        <p:sp>
          <p:nvSpPr>
            <p:cNvPr name="Freeform 20" id="20"/>
            <p:cNvSpPr/>
            <p:nvPr/>
          </p:nvSpPr>
          <p:spPr>
            <a:xfrm flipH="false" flipV="false" rot="0">
              <a:off x="63863" y="263805"/>
              <a:ext cx="8781323" cy="8381440"/>
            </a:xfrm>
            <a:custGeom>
              <a:avLst/>
              <a:gdLst/>
              <a:ahLst/>
              <a:cxnLst/>
              <a:rect r="r" b="b" t="t" l="l"/>
              <a:pathLst>
                <a:path h="8381440" w="8781323">
                  <a:moveTo>
                    <a:pt x="4390662" y="6705"/>
                  </a:moveTo>
                  <a:cubicBezTo>
                    <a:pt x="2891400" y="0"/>
                    <a:pt x="1503147" y="795999"/>
                    <a:pt x="751573" y="2093292"/>
                  </a:cubicBezTo>
                  <a:cubicBezTo>
                    <a:pt x="0" y="3390586"/>
                    <a:pt x="0" y="4990854"/>
                    <a:pt x="751573" y="6288148"/>
                  </a:cubicBezTo>
                  <a:cubicBezTo>
                    <a:pt x="1503147" y="7585441"/>
                    <a:pt x="2891400" y="8381440"/>
                    <a:pt x="4390662" y="8374735"/>
                  </a:cubicBezTo>
                  <a:cubicBezTo>
                    <a:pt x="5889924" y="8381440"/>
                    <a:pt x="7278177" y="7585441"/>
                    <a:pt x="8029751" y="6288148"/>
                  </a:cubicBezTo>
                  <a:cubicBezTo>
                    <a:pt x="8781323" y="4990854"/>
                    <a:pt x="8781323" y="3390586"/>
                    <a:pt x="8029751" y="2093292"/>
                  </a:cubicBezTo>
                  <a:cubicBezTo>
                    <a:pt x="7278177" y="795999"/>
                    <a:pt x="5889924" y="0"/>
                    <a:pt x="4390662" y="6705"/>
                  </a:cubicBezTo>
                  <a:close/>
                </a:path>
              </a:pathLst>
            </a:custGeom>
            <a:blipFill>
              <a:blip r:embed="rId5"/>
              <a:stretch>
                <a:fillRect l="-16369" t="0" r="-16369" b="0"/>
              </a:stretch>
            </a:blipFill>
          </p:spPr>
        </p:sp>
        <p:sp>
          <p:nvSpPr>
            <p:cNvPr name="Freeform 21" id="21"/>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45454"/>
            </a:solidFill>
          </p:spPr>
        </p:sp>
      </p:grpSp>
      <p:grpSp>
        <p:nvGrpSpPr>
          <p:cNvPr name="Group 22" id="22"/>
          <p:cNvGrpSpPr>
            <a:grpSpLocks noChangeAspect="true"/>
          </p:cNvGrpSpPr>
          <p:nvPr/>
        </p:nvGrpSpPr>
        <p:grpSpPr>
          <a:xfrm rot="0">
            <a:off x="9206994" y="1028700"/>
            <a:ext cx="2497796" cy="2497796"/>
            <a:chOff x="0" y="0"/>
            <a:chExt cx="8909050" cy="8909050"/>
          </a:xfrm>
        </p:grpSpPr>
        <p:sp>
          <p:nvSpPr>
            <p:cNvPr name="Freeform 23" id="23"/>
            <p:cNvSpPr/>
            <p:nvPr/>
          </p:nvSpPr>
          <p:spPr>
            <a:xfrm flipH="false" flipV="false" rot="0">
              <a:off x="-210012" y="2402"/>
              <a:ext cx="9329074" cy="8904246"/>
            </a:xfrm>
            <a:custGeom>
              <a:avLst/>
              <a:gdLst/>
              <a:ahLst/>
              <a:cxnLst/>
              <a:rect r="r" b="b" t="t" l="l"/>
              <a:pathLst>
                <a:path h="8904246" w="9329074">
                  <a:moveTo>
                    <a:pt x="4664537" y="7123"/>
                  </a:moveTo>
                  <a:cubicBezTo>
                    <a:pt x="3071756" y="0"/>
                    <a:pt x="1596908" y="845651"/>
                    <a:pt x="798454" y="2223865"/>
                  </a:cubicBezTo>
                  <a:cubicBezTo>
                    <a:pt x="0" y="3602079"/>
                    <a:pt x="0" y="5302167"/>
                    <a:pt x="798454" y="6680382"/>
                  </a:cubicBezTo>
                  <a:cubicBezTo>
                    <a:pt x="1596908" y="8058595"/>
                    <a:pt x="3071756" y="8904246"/>
                    <a:pt x="4664537" y="8897123"/>
                  </a:cubicBezTo>
                  <a:cubicBezTo>
                    <a:pt x="6257318" y="8904246"/>
                    <a:pt x="7732166" y="8058595"/>
                    <a:pt x="8530620" y="6680382"/>
                  </a:cubicBezTo>
                  <a:cubicBezTo>
                    <a:pt x="9329074" y="5302167"/>
                    <a:pt x="9329074" y="3602079"/>
                    <a:pt x="8530620" y="2223865"/>
                  </a:cubicBezTo>
                  <a:cubicBezTo>
                    <a:pt x="7732166" y="845651"/>
                    <a:pt x="6257318" y="0"/>
                    <a:pt x="4664537" y="7123"/>
                  </a:cubicBezTo>
                  <a:close/>
                </a:path>
              </a:pathLst>
            </a:custGeom>
            <a:solidFill>
              <a:srgbClr val="FF3131"/>
            </a:solidFill>
          </p:spPr>
        </p:sp>
        <p:sp>
          <p:nvSpPr>
            <p:cNvPr name="Freeform 24" id="24"/>
            <p:cNvSpPr/>
            <p:nvPr/>
          </p:nvSpPr>
          <p:spPr>
            <a:xfrm flipH="false" flipV="false" rot="0">
              <a:off x="63863" y="263805"/>
              <a:ext cx="8781323" cy="8381440"/>
            </a:xfrm>
            <a:custGeom>
              <a:avLst/>
              <a:gdLst/>
              <a:ahLst/>
              <a:cxnLst/>
              <a:rect r="r" b="b" t="t" l="l"/>
              <a:pathLst>
                <a:path h="8381440" w="8781323">
                  <a:moveTo>
                    <a:pt x="4390662" y="6705"/>
                  </a:moveTo>
                  <a:cubicBezTo>
                    <a:pt x="2891400" y="0"/>
                    <a:pt x="1503147" y="795999"/>
                    <a:pt x="751573" y="2093292"/>
                  </a:cubicBezTo>
                  <a:cubicBezTo>
                    <a:pt x="0" y="3390586"/>
                    <a:pt x="0" y="4990854"/>
                    <a:pt x="751573" y="6288148"/>
                  </a:cubicBezTo>
                  <a:cubicBezTo>
                    <a:pt x="1503147" y="7585441"/>
                    <a:pt x="2891400" y="8381440"/>
                    <a:pt x="4390662" y="8374735"/>
                  </a:cubicBezTo>
                  <a:cubicBezTo>
                    <a:pt x="5889924" y="8381440"/>
                    <a:pt x="7278177" y="7585441"/>
                    <a:pt x="8029751" y="6288148"/>
                  </a:cubicBezTo>
                  <a:cubicBezTo>
                    <a:pt x="8781323" y="4990854"/>
                    <a:pt x="8781323" y="3390586"/>
                    <a:pt x="8029751" y="2093292"/>
                  </a:cubicBezTo>
                  <a:cubicBezTo>
                    <a:pt x="7278177" y="795999"/>
                    <a:pt x="5889924" y="0"/>
                    <a:pt x="4390662" y="6705"/>
                  </a:cubicBezTo>
                  <a:close/>
                </a:path>
              </a:pathLst>
            </a:custGeom>
            <a:blipFill>
              <a:blip r:embed="rId6"/>
              <a:stretch>
                <a:fillRect l="-16369" t="0" r="-16369" b="0"/>
              </a:stretch>
            </a:blipFill>
          </p:spPr>
        </p:sp>
        <p:sp>
          <p:nvSpPr>
            <p:cNvPr name="Freeform 25" id="25"/>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45454"/>
            </a:solidFill>
          </p:spPr>
        </p:sp>
      </p:grpSp>
      <p:grpSp>
        <p:nvGrpSpPr>
          <p:cNvPr name="Group 26" id="26"/>
          <p:cNvGrpSpPr>
            <a:grpSpLocks noChangeAspect="true"/>
          </p:cNvGrpSpPr>
          <p:nvPr/>
        </p:nvGrpSpPr>
        <p:grpSpPr>
          <a:xfrm rot="0">
            <a:off x="12038165" y="1028700"/>
            <a:ext cx="2497796" cy="2497796"/>
            <a:chOff x="0" y="0"/>
            <a:chExt cx="8909050" cy="8909050"/>
          </a:xfrm>
        </p:grpSpPr>
        <p:sp>
          <p:nvSpPr>
            <p:cNvPr name="Freeform 27" id="27"/>
            <p:cNvSpPr/>
            <p:nvPr/>
          </p:nvSpPr>
          <p:spPr>
            <a:xfrm flipH="false" flipV="false" rot="0">
              <a:off x="-210012" y="2402"/>
              <a:ext cx="9329074" cy="8904246"/>
            </a:xfrm>
            <a:custGeom>
              <a:avLst/>
              <a:gdLst/>
              <a:ahLst/>
              <a:cxnLst/>
              <a:rect r="r" b="b" t="t" l="l"/>
              <a:pathLst>
                <a:path h="8904246" w="9329074">
                  <a:moveTo>
                    <a:pt x="4664537" y="7123"/>
                  </a:moveTo>
                  <a:cubicBezTo>
                    <a:pt x="3071756" y="0"/>
                    <a:pt x="1596908" y="845651"/>
                    <a:pt x="798454" y="2223865"/>
                  </a:cubicBezTo>
                  <a:cubicBezTo>
                    <a:pt x="0" y="3602079"/>
                    <a:pt x="0" y="5302167"/>
                    <a:pt x="798454" y="6680382"/>
                  </a:cubicBezTo>
                  <a:cubicBezTo>
                    <a:pt x="1596908" y="8058595"/>
                    <a:pt x="3071756" y="8904246"/>
                    <a:pt x="4664537" y="8897123"/>
                  </a:cubicBezTo>
                  <a:cubicBezTo>
                    <a:pt x="6257318" y="8904246"/>
                    <a:pt x="7732166" y="8058595"/>
                    <a:pt x="8530620" y="6680382"/>
                  </a:cubicBezTo>
                  <a:cubicBezTo>
                    <a:pt x="9329074" y="5302167"/>
                    <a:pt x="9329074" y="3602079"/>
                    <a:pt x="8530620" y="2223865"/>
                  </a:cubicBezTo>
                  <a:cubicBezTo>
                    <a:pt x="7732166" y="845651"/>
                    <a:pt x="6257318" y="0"/>
                    <a:pt x="4664537" y="7123"/>
                  </a:cubicBezTo>
                  <a:close/>
                </a:path>
              </a:pathLst>
            </a:custGeom>
            <a:solidFill>
              <a:srgbClr val="171717"/>
            </a:solidFill>
          </p:spPr>
        </p:sp>
        <p:sp>
          <p:nvSpPr>
            <p:cNvPr name="Freeform 28" id="28"/>
            <p:cNvSpPr/>
            <p:nvPr/>
          </p:nvSpPr>
          <p:spPr>
            <a:xfrm flipH="false" flipV="false" rot="0">
              <a:off x="63863" y="263805"/>
              <a:ext cx="8781323" cy="8381440"/>
            </a:xfrm>
            <a:custGeom>
              <a:avLst/>
              <a:gdLst/>
              <a:ahLst/>
              <a:cxnLst/>
              <a:rect r="r" b="b" t="t" l="l"/>
              <a:pathLst>
                <a:path h="8381440" w="8781323">
                  <a:moveTo>
                    <a:pt x="4390662" y="6705"/>
                  </a:moveTo>
                  <a:cubicBezTo>
                    <a:pt x="2891400" y="0"/>
                    <a:pt x="1503147" y="795999"/>
                    <a:pt x="751573" y="2093292"/>
                  </a:cubicBezTo>
                  <a:cubicBezTo>
                    <a:pt x="0" y="3390586"/>
                    <a:pt x="0" y="4990854"/>
                    <a:pt x="751573" y="6288148"/>
                  </a:cubicBezTo>
                  <a:cubicBezTo>
                    <a:pt x="1503147" y="7585441"/>
                    <a:pt x="2891400" y="8381440"/>
                    <a:pt x="4390662" y="8374735"/>
                  </a:cubicBezTo>
                  <a:cubicBezTo>
                    <a:pt x="5889924" y="8381440"/>
                    <a:pt x="7278177" y="7585441"/>
                    <a:pt x="8029751" y="6288148"/>
                  </a:cubicBezTo>
                  <a:cubicBezTo>
                    <a:pt x="8781323" y="4990854"/>
                    <a:pt x="8781323" y="3390586"/>
                    <a:pt x="8029751" y="2093292"/>
                  </a:cubicBezTo>
                  <a:cubicBezTo>
                    <a:pt x="7278177" y="795999"/>
                    <a:pt x="5889924" y="0"/>
                    <a:pt x="4390662" y="6705"/>
                  </a:cubicBezTo>
                  <a:close/>
                </a:path>
              </a:pathLst>
            </a:custGeom>
            <a:blipFill>
              <a:blip r:embed="rId7"/>
              <a:stretch>
                <a:fillRect l="-16369" t="0" r="-16369" b="0"/>
              </a:stretch>
            </a:blipFill>
          </p:spPr>
        </p:sp>
        <p:sp>
          <p:nvSpPr>
            <p:cNvPr name="Freeform 29" id="29"/>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45454"/>
            </a:solidFill>
          </p:spPr>
        </p:sp>
      </p:grpSp>
      <p:grpSp>
        <p:nvGrpSpPr>
          <p:cNvPr name="Group 30" id="30"/>
          <p:cNvGrpSpPr>
            <a:grpSpLocks noChangeAspect="true"/>
          </p:cNvGrpSpPr>
          <p:nvPr/>
        </p:nvGrpSpPr>
        <p:grpSpPr>
          <a:xfrm rot="0">
            <a:off x="14869335" y="1028700"/>
            <a:ext cx="2497796" cy="2497796"/>
            <a:chOff x="0" y="0"/>
            <a:chExt cx="8909050" cy="8909050"/>
          </a:xfrm>
        </p:grpSpPr>
        <p:sp>
          <p:nvSpPr>
            <p:cNvPr name="Freeform 31" id="31"/>
            <p:cNvSpPr/>
            <p:nvPr/>
          </p:nvSpPr>
          <p:spPr>
            <a:xfrm flipH="false" flipV="false" rot="0">
              <a:off x="-210012" y="2402"/>
              <a:ext cx="9329074" cy="8904246"/>
            </a:xfrm>
            <a:custGeom>
              <a:avLst/>
              <a:gdLst/>
              <a:ahLst/>
              <a:cxnLst/>
              <a:rect r="r" b="b" t="t" l="l"/>
              <a:pathLst>
                <a:path h="8904246" w="9329074">
                  <a:moveTo>
                    <a:pt x="4664537" y="7123"/>
                  </a:moveTo>
                  <a:cubicBezTo>
                    <a:pt x="3071756" y="0"/>
                    <a:pt x="1596908" y="845651"/>
                    <a:pt x="798454" y="2223865"/>
                  </a:cubicBezTo>
                  <a:cubicBezTo>
                    <a:pt x="0" y="3602079"/>
                    <a:pt x="0" y="5302167"/>
                    <a:pt x="798454" y="6680382"/>
                  </a:cubicBezTo>
                  <a:cubicBezTo>
                    <a:pt x="1596908" y="8058595"/>
                    <a:pt x="3071756" y="8904246"/>
                    <a:pt x="4664537" y="8897123"/>
                  </a:cubicBezTo>
                  <a:cubicBezTo>
                    <a:pt x="6257318" y="8904246"/>
                    <a:pt x="7732166" y="8058595"/>
                    <a:pt x="8530620" y="6680382"/>
                  </a:cubicBezTo>
                  <a:cubicBezTo>
                    <a:pt x="9329074" y="5302167"/>
                    <a:pt x="9329074" y="3602079"/>
                    <a:pt x="8530620" y="2223865"/>
                  </a:cubicBezTo>
                  <a:cubicBezTo>
                    <a:pt x="7732166" y="845651"/>
                    <a:pt x="6257318" y="0"/>
                    <a:pt x="4664537" y="7123"/>
                  </a:cubicBezTo>
                  <a:close/>
                </a:path>
              </a:pathLst>
            </a:custGeom>
            <a:solidFill>
              <a:srgbClr val="FF3131"/>
            </a:solidFill>
          </p:spPr>
        </p:sp>
        <p:sp>
          <p:nvSpPr>
            <p:cNvPr name="Freeform 32" id="32"/>
            <p:cNvSpPr/>
            <p:nvPr/>
          </p:nvSpPr>
          <p:spPr>
            <a:xfrm flipH="false" flipV="false" rot="0">
              <a:off x="63863" y="263805"/>
              <a:ext cx="8781323" cy="8381440"/>
            </a:xfrm>
            <a:custGeom>
              <a:avLst/>
              <a:gdLst/>
              <a:ahLst/>
              <a:cxnLst/>
              <a:rect r="r" b="b" t="t" l="l"/>
              <a:pathLst>
                <a:path h="8381440" w="8781323">
                  <a:moveTo>
                    <a:pt x="4390662" y="6705"/>
                  </a:moveTo>
                  <a:cubicBezTo>
                    <a:pt x="2891400" y="0"/>
                    <a:pt x="1503147" y="795999"/>
                    <a:pt x="751573" y="2093292"/>
                  </a:cubicBezTo>
                  <a:cubicBezTo>
                    <a:pt x="0" y="3390586"/>
                    <a:pt x="0" y="4990854"/>
                    <a:pt x="751573" y="6288148"/>
                  </a:cubicBezTo>
                  <a:cubicBezTo>
                    <a:pt x="1503147" y="7585441"/>
                    <a:pt x="2891400" y="8381440"/>
                    <a:pt x="4390662" y="8374735"/>
                  </a:cubicBezTo>
                  <a:cubicBezTo>
                    <a:pt x="5889924" y="8381440"/>
                    <a:pt x="7278177" y="7585441"/>
                    <a:pt x="8029751" y="6288148"/>
                  </a:cubicBezTo>
                  <a:cubicBezTo>
                    <a:pt x="8781323" y="4990854"/>
                    <a:pt x="8781323" y="3390586"/>
                    <a:pt x="8029751" y="2093292"/>
                  </a:cubicBezTo>
                  <a:cubicBezTo>
                    <a:pt x="7278177" y="795999"/>
                    <a:pt x="5889924" y="0"/>
                    <a:pt x="4390662" y="6705"/>
                  </a:cubicBezTo>
                  <a:close/>
                </a:path>
              </a:pathLst>
            </a:custGeom>
            <a:blipFill>
              <a:blip r:embed="rId8"/>
              <a:stretch>
                <a:fillRect l="-16369" t="0" r="-16369" b="0"/>
              </a:stretch>
            </a:blipFill>
          </p:spPr>
        </p:sp>
        <p:sp>
          <p:nvSpPr>
            <p:cNvPr name="Freeform 33" id="33"/>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45454"/>
            </a:solidFill>
          </p:spPr>
        </p:sp>
      </p:grpSp>
      <p:sp>
        <p:nvSpPr>
          <p:cNvPr name="Freeform 34" id="34"/>
          <p:cNvSpPr/>
          <p:nvPr/>
        </p:nvSpPr>
        <p:spPr>
          <a:xfrm flipH="false" flipV="false" rot="0">
            <a:off x="1290174" y="47074"/>
            <a:ext cx="3878854" cy="1963253"/>
          </a:xfrm>
          <a:custGeom>
            <a:avLst/>
            <a:gdLst/>
            <a:ahLst/>
            <a:cxnLst/>
            <a:rect r="r" b="b" t="t" l="l"/>
            <a:pathLst>
              <a:path h="1963253" w="3878854">
                <a:moveTo>
                  <a:pt x="0" y="0"/>
                </a:moveTo>
                <a:lnTo>
                  <a:pt x="3878853" y="0"/>
                </a:lnTo>
                <a:lnTo>
                  <a:pt x="3878853" y="1963252"/>
                </a:lnTo>
                <a:lnTo>
                  <a:pt x="0" y="1963252"/>
                </a:lnTo>
                <a:lnTo>
                  <a:pt x="0" y="0"/>
                </a:lnTo>
                <a:close/>
              </a:path>
            </a:pathLst>
          </a:custGeom>
          <a:blipFill>
            <a:blip r:embed="rId9"/>
            <a:stretch>
              <a:fillRect l="0" t="0" r="0" b="0"/>
            </a:stretch>
          </a:blipFill>
        </p:spPr>
      </p:sp>
      <p:sp>
        <p:nvSpPr>
          <p:cNvPr name="Freeform 35" id="35"/>
          <p:cNvSpPr/>
          <p:nvPr/>
        </p:nvSpPr>
        <p:spPr>
          <a:xfrm flipH="false" flipV="false" rot="0">
            <a:off x="1290174" y="9111396"/>
            <a:ext cx="7315200" cy="1313424"/>
          </a:xfrm>
          <a:custGeom>
            <a:avLst/>
            <a:gdLst/>
            <a:ahLst/>
            <a:cxnLst/>
            <a:rect r="r" b="b" t="t" l="l"/>
            <a:pathLst>
              <a:path h="1313424" w="7315200">
                <a:moveTo>
                  <a:pt x="0" y="0"/>
                </a:moveTo>
                <a:lnTo>
                  <a:pt x="7315200" y="0"/>
                </a:lnTo>
                <a:lnTo>
                  <a:pt x="7315200" y="1313423"/>
                </a:lnTo>
                <a:lnTo>
                  <a:pt x="0" y="13134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6" id="36"/>
          <p:cNvSpPr txBox="true"/>
          <p:nvPr/>
        </p:nvSpPr>
        <p:spPr>
          <a:xfrm rot="0">
            <a:off x="10601490" y="8925951"/>
            <a:ext cx="6726407" cy="382270"/>
          </a:xfrm>
          <a:prstGeom prst="rect">
            <a:avLst/>
          </a:prstGeom>
        </p:spPr>
        <p:txBody>
          <a:bodyPr anchor="t" rtlCol="false" tIns="0" lIns="0" bIns="0" rIns="0">
            <a:spAutoFit/>
          </a:bodyPr>
          <a:lstStyle/>
          <a:p>
            <a:pPr algn="r">
              <a:lnSpc>
                <a:spcPts val="3079"/>
              </a:lnSpc>
            </a:pPr>
            <a:r>
              <a:rPr lang="en-US" b="true" sz="2199">
                <a:solidFill>
                  <a:srgbClr val="010101"/>
                </a:solidFill>
                <a:latin typeface="Blacker Sans Text Bold"/>
                <a:ea typeface="Blacker Sans Text Bold"/>
                <a:cs typeface="Blacker Sans Text Bold"/>
                <a:sym typeface="Blacker Sans Text Bold"/>
              </a:rPr>
              <a:t>Mobile : 9750939432/33</a:t>
            </a:r>
          </a:p>
        </p:txBody>
      </p:sp>
      <p:sp>
        <p:nvSpPr>
          <p:cNvPr name="Freeform 37" id="37"/>
          <p:cNvSpPr/>
          <p:nvPr/>
        </p:nvSpPr>
        <p:spPr>
          <a:xfrm flipH="false" flipV="false" rot="0">
            <a:off x="8605374" y="8973576"/>
            <a:ext cx="5220761" cy="1313424"/>
          </a:xfrm>
          <a:custGeom>
            <a:avLst/>
            <a:gdLst/>
            <a:ahLst/>
            <a:cxnLst/>
            <a:rect r="r" b="b" t="t" l="l"/>
            <a:pathLst>
              <a:path h="1313424" w="5220761">
                <a:moveTo>
                  <a:pt x="0" y="0"/>
                </a:moveTo>
                <a:lnTo>
                  <a:pt x="5220761" y="0"/>
                </a:lnTo>
                <a:lnTo>
                  <a:pt x="5220761" y="1313424"/>
                </a:lnTo>
                <a:lnTo>
                  <a:pt x="0" y="1313424"/>
                </a:lnTo>
                <a:lnTo>
                  <a:pt x="0" y="0"/>
                </a:lnTo>
                <a:close/>
              </a:path>
            </a:pathLst>
          </a:custGeom>
          <a:blipFill>
            <a:blip r:embed="rId10">
              <a:extLst>
                <a:ext uri="{96DAC541-7B7A-43D3-8B79-37D633B846F1}">
                  <asvg:svgBlip xmlns:asvg="http://schemas.microsoft.com/office/drawing/2016/SVG/main" r:embed="rId11"/>
                </a:ext>
              </a:extLst>
            </a:blip>
            <a:stretch>
              <a:fillRect l="0" t="0" r="-40117" b="0"/>
            </a:stretch>
          </a:blipFill>
        </p:spPr>
      </p:sp>
      <p:sp>
        <p:nvSpPr>
          <p:cNvPr name="Freeform 38" id="38"/>
          <p:cNvSpPr/>
          <p:nvPr/>
        </p:nvSpPr>
        <p:spPr>
          <a:xfrm flipH="false" flipV="false" rot="0">
            <a:off x="2939787" y="3078562"/>
            <a:ext cx="4948868" cy="4908155"/>
          </a:xfrm>
          <a:custGeom>
            <a:avLst/>
            <a:gdLst/>
            <a:ahLst/>
            <a:cxnLst/>
            <a:rect r="r" b="b" t="t" l="l"/>
            <a:pathLst>
              <a:path h="4908155" w="4948868">
                <a:moveTo>
                  <a:pt x="0" y="0"/>
                </a:moveTo>
                <a:lnTo>
                  <a:pt x="4948869" y="0"/>
                </a:lnTo>
                <a:lnTo>
                  <a:pt x="4948869" y="4908155"/>
                </a:lnTo>
                <a:lnTo>
                  <a:pt x="0" y="4908155"/>
                </a:lnTo>
                <a:lnTo>
                  <a:pt x="0" y="0"/>
                </a:lnTo>
                <a:close/>
              </a:path>
            </a:pathLst>
          </a:custGeom>
          <a:blipFill>
            <a:blip r:embed="rId12"/>
            <a:stretch>
              <a:fillRect l="0" t="0" r="0" b="0"/>
            </a:stretch>
          </a:blipFill>
        </p:spPr>
      </p:sp>
      <p:sp>
        <p:nvSpPr>
          <p:cNvPr name="TextBox 39" id="39"/>
          <p:cNvSpPr txBox="true"/>
          <p:nvPr/>
        </p:nvSpPr>
        <p:spPr>
          <a:xfrm rot="0">
            <a:off x="10954560" y="7409253"/>
            <a:ext cx="6304740" cy="1397000"/>
          </a:xfrm>
          <a:prstGeom prst="rect">
            <a:avLst/>
          </a:prstGeom>
        </p:spPr>
        <p:txBody>
          <a:bodyPr anchor="t" rtlCol="false" tIns="0" lIns="0" bIns="0" rIns="0">
            <a:spAutoFit/>
          </a:bodyPr>
          <a:lstStyle/>
          <a:p>
            <a:pPr algn="r">
              <a:lnSpc>
                <a:spcPts val="2799"/>
              </a:lnSpc>
            </a:pPr>
            <a:r>
              <a:rPr lang="en-US" sz="1999" b="true">
                <a:solidFill>
                  <a:srgbClr val="000000"/>
                </a:solidFill>
                <a:latin typeface="Aileron Bold"/>
                <a:ea typeface="Aileron Bold"/>
                <a:cs typeface="Aileron Bold"/>
                <a:sym typeface="Aileron Bold"/>
              </a:rPr>
              <a:t>S.No:14/2, Plot No.2-4, DTS Complex, Anumepalli, Near Rajeswari Layout, Zuzuvadi, Hosur – 635 126. Krishnagiri Dist., TamilNadu. </a:t>
            </a:r>
          </a:p>
          <a:p>
            <a:pPr algn="r">
              <a:lnSpc>
                <a:spcPts val="279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a:grpSpLocks noChangeAspect="true"/>
          </p:cNvGrpSpPr>
          <p:nvPr/>
        </p:nvGrpSpPr>
        <p:grpSpPr>
          <a:xfrm rot="0">
            <a:off x="-14582" y="-5425"/>
            <a:ext cx="6483329" cy="12525752"/>
            <a:chOff x="0" y="0"/>
            <a:chExt cx="3286760" cy="6350000"/>
          </a:xfrm>
        </p:grpSpPr>
        <p:sp>
          <p:nvSpPr>
            <p:cNvPr name="Freeform 4" id="4"/>
            <p:cNvSpPr/>
            <p:nvPr/>
          </p:nvSpPr>
          <p:spPr>
            <a:xfrm flipH="false" flipV="false" rot="0">
              <a:off x="7620" y="7620"/>
              <a:ext cx="3271520" cy="6334760"/>
            </a:xfrm>
            <a:custGeom>
              <a:avLst/>
              <a:gdLst/>
              <a:ahLst/>
              <a:cxnLst/>
              <a:rect r="r" b="b" t="t" l="l"/>
              <a:pathLst>
                <a:path h="6334760" w="3271520">
                  <a:moveTo>
                    <a:pt x="3271520" y="1236980"/>
                  </a:moveTo>
                  <a:lnTo>
                    <a:pt x="3271520" y="1846580"/>
                  </a:lnTo>
                  <a:moveTo>
                    <a:pt x="3271520" y="1846580"/>
                  </a:moveTo>
                  <a:lnTo>
                    <a:pt x="3271520" y="6334760"/>
                  </a:lnTo>
                  <a:lnTo>
                    <a:pt x="0" y="6334760"/>
                  </a:lnTo>
                  <a:lnTo>
                    <a:pt x="0" y="0"/>
                  </a:lnTo>
                  <a:lnTo>
                    <a:pt x="3271520" y="0"/>
                  </a:lnTo>
                  <a:lnTo>
                    <a:pt x="3271520" y="1236980"/>
                  </a:lnTo>
                </a:path>
              </a:pathLst>
            </a:custGeom>
            <a:blipFill>
              <a:blip r:embed="rId3"/>
              <a:stretch>
                <a:fillRect l="-113112" t="0" r="-45065" b="0"/>
              </a:stretch>
            </a:blipFill>
          </p:spPr>
        </p:sp>
        <p:sp>
          <p:nvSpPr>
            <p:cNvPr name="Freeform 5" id="5"/>
            <p:cNvSpPr/>
            <p:nvPr/>
          </p:nvSpPr>
          <p:spPr>
            <a:xfrm flipH="false" flipV="false" rot="0">
              <a:off x="7620" y="7620"/>
              <a:ext cx="3271520" cy="6334760"/>
            </a:xfrm>
            <a:custGeom>
              <a:avLst/>
              <a:gdLst/>
              <a:ahLst/>
              <a:cxnLst/>
              <a:rect r="r" b="b" t="t" l="l"/>
              <a:pathLst>
                <a:path h="6334760" w="3271520">
                  <a:moveTo>
                    <a:pt x="3271520" y="6334760"/>
                  </a:moveTo>
                  <a:lnTo>
                    <a:pt x="0" y="6334760"/>
                  </a:lnTo>
                  <a:lnTo>
                    <a:pt x="0" y="6120130"/>
                  </a:lnTo>
                  <a:lnTo>
                    <a:pt x="3271520" y="6120130"/>
                  </a:lnTo>
                  <a:lnTo>
                    <a:pt x="3271520" y="6334760"/>
                  </a:lnTo>
                  <a:close/>
                  <a:moveTo>
                    <a:pt x="3271520" y="0"/>
                  </a:moveTo>
                  <a:lnTo>
                    <a:pt x="0" y="0"/>
                  </a:lnTo>
                  <a:lnTo>
                    <a:pt x="0" y="214630"/>
                  </a:lnTo>
                  <a:lnTo>
                    <a:pt x="3271520" y="214630"/>
                  </a:lnTo>
                  <a:lnTo>
                    <a:pt x="3271520" y="0"/>
                  </a:lnTo>
                  <a:close/>
                </a:path>
              </a:pathLst>
            </a:custGeom>
            <a:solidFill>
              <a:srgbClr val="171717"/>
            </a:solidFill>
          </p:spPr>
        </p:sp>
        <p:sp>
          <p:nvSpPr>
            <p:cNvPr name="Freeform 6" id="6"/>
            <p:cNvSpPr/>
            <p:nvPr/>
          </p:nvSpPr>
          <p:spPr>
            <a:xfrm flipH="false" flipV="false" rot="0">
              <a:off x="7620" y="7620"/>
              <a:ext cx="645160" cy="214630"/>
            </a:xfrm>
            <a:custGeom>
              <a:avLst/>
              <a:gdLst/>
              <a:ahLst/>
              <a:cxnLst/>
              <a:rect r="r" b="b" t="t" l="l"/>
              <a:pathLst>
                <a:path h="214630" w="645160">
                  <a:moveTo>
                    <a:pt x="429260" y="214630"/>
                  </a:moveTo>
                  <a:lnTo>
                    <a:pt x="214630" y="214630"/>
                  </a:lnTo>
                  <a:lnTo>
                    <a:pt x="214630" y="0"/>
                  </a:lnTo>
                  <a:lnTo>
                    <a:pt x="429260" y="0"/>
                  </a:lnTo>
                  <a:lnTo>
                    <a:pt x="429260" y="214630"/>
                  </a:lnTo>
                  <a:close/>
                  <a:moveTo>
                    <a:pt x="645160" y="0"/>
                  </a:moveTo>
                  <a:lnTo>
                    <a:pt x="429260" y="0"/>
                  </a:lnTo>
                  <a:lnTo>
                    <a:pt x="429260" y="214630"/>
                  </a:lnTo>
                  <a:lnTo>
                    <a:pt x="643890" y="214630"/>
                  </a:lnTo>
                  <a:lnTo>
                    <a:pt x="645160" y="0"/>
                  </a:lnTo>
                  <a:lnTo>
                    <a:pt x="645160" y="0"/>
                  </a:lnTo>
                  <a:close/>
                  <a:moveTo>
                    <a:pt x="214630" y="0"/>
                  </a:moveTo>
                  <a:lnTo>
                    <a:pt x="0" y="0"/>
                  </a:lnTo>
                  <a:lnTo>
                    <a:pt x="0" y="214630"/>
                  </a:lnTo>
                  <a:lnTo>
                    <a:pt x="214630" y="214630"/>
                  </a:lnTo>
                  <a:lnTo>
                    <a:pt x="214630" y="0"/>
                  </a:lnTo>
                  <a:close/>
                </a:path>
              </a:pathLst>
            </a:custGeom>
            <a:solidFill>
              <a:srgbClr val="FF3131"/>
            </a:solidFill>
          </p:spPr>
        </p:sp>
        <p:sp>
          <p:nvSpPr>
            <p:cNvPr name="Freeform 7" id="7"/>
            <p:cNvSpPr/>
            <p:nvPr/>
          </p:nvSpPr>
          <p:spPr>
            <a:xfrm flipH="false" flipV="false" rot="0">
              <a:off x="0" y="0"/>
              <a:ext cx="3286760" cy="6350000"/>
            </a:xfrm>
            <a:custGeom>
              <a:avLst/>
              <a:gdLst/>
              <a:ahLst/>
              <a:cxnLst/>
              <a:rect r="r" b="b" t="t" l="l"/>
              <a:pathLst>
                <a:path h="6350000" w="3286760">
                  <a:moveTo>
                    <a:pt x="3279140" y="0"/>
                  </a:moveTo>
                  <a:lnTo>
                    <a:pt x="652780" y="0"/>
                  </a:lnTo>
                  <a:lnTo>
                    <a:pt x="436880" y="0"/>
                  </a:lnTo>
                  <a:lnTo>
                    <a:pt x="222250" y="0"/>
                  </a:lnTo>
                  <a:lnTo>
                    <a:pt x="7620" y="0"/>
                  </a:lnTo>
                  <a:cubicBezTo>
                    <a:pt x="3810" y="0"/>
                    <a:pt x="0" y="3810"/>
                    <a:pt x="0" y="7620"/>
                  </a:cubicBezTo>
                  <a:lnTo>
                    <a:pt x="0" y="222250"/>
                  </a:lnTo>
                  <a:lnTo>
                    <a:pt x="0" y="6127750"/>
                  </a:lnTo>
                  <a:lnTo>
                    <a:pt x="0" y="6342380"/>
                  </a:lnTo>
                  <a:cubicBezTo>
                    <a:pt x="0" y="6346190"/>
                    <a:pt x="3810" y="6350000"/>
                    <a:pt x="7620" y="6350000"/>
                  </a:cubicBezTo>
                  <a:lnTo>
                    <a:pt x="3279140" y="6350000"/>
                  </a:lnTo>
                  <a:cubicBezTo>
                    <a:pt x="3282950" y="6350000"/>
                    <a:pt x="3286760" y="6346190"/>
                    <a:pt x="3286760" y="6342380"/>
                  </a:cubicBezTo>
                  <a:lnTo>
                    <a:pt x="3286760" y="6127750"/>
                  </a:lnTo>
                  <a:lnTo>
                    <a:pt x="3286760" y="222250"/>
                  </a:lnTo>
                  <a:lnTo>
                    <a:pt x="3286760" y="7620"/>
                  </a:lnTo>
                  <a:cubicBezTo>
                    <a:pt x="3286760" y="3810"/>
                    <a:pt x="3282950" y="0"/>
                    <a:pt x="3279140" y="0"/>
                  </a:cubicBezTo>
                  <a:close/>
                  <a:moveTo>
                    <a:pt x="222250" y="229870"/>
                  </a:moveTo>
                  <a:lnTo>
                    <a:pt x="436880" y="229870"/>
                  </a:lnTo>
                  <a:lnTo>
                    <a:pt x="651510" y="229870"/>
                  </a:lnTo>
                  <a:lnTo>
                    <a:pt x="3270250" y="229870"/>
                  </a:lnTo>
                  <a:lnTo>
                    <a:pt x="3270250" y="6120130"/>
                  </a:lnTo>
                  <a:lnTo>
                    <a:pt x="15240" y="6120130"/>
                  </a:lnTo>
                  <a:lnTo>
                    <a:pt x="15240" y="229870"/>
                  </a:lnTo>
                  <a:lnTo>
                    <a:pt x="222250" y="229870"/>
                  </a:lnTo>
                  <a:close/>
                  <a:moveTo>
                    <a:pt x="3271520" y="214630"/>
                  </a:moveTo>
                  <a:lnTo>
                    <a:pt x="659130" y="214630"/>
                  </a:lnTo>
                  <a:lnTo>
                    <a:pt x="659130" y="15240"/>
                  </a:lnTo>
                  <a:lnTo>
                    <a:pt x="3271520" y="15240"/>
                  </a:lnTo>
                  <a:lnTo>
                    <a:pt x="3271520" y="214630"/>
                  </a:lnTo>
                  <a:close/>
                  <a:moveTo>
                    <a:pt x="645160" y="214630"/>
                  </a:moveTo>
                  <a:lnTo>
                    <a:pt x="444500" y="214630"/>
                  </a:lnTo>
                  <a:lnTo>
                    <a:pt x="444500" y="15240"/>
                  </a:lnTo>
                  <a:lnTo>
                    <a:pt x="645160" y="15240"/>
                  </a:lnTo>
                  <a:lnTo>
                    <a:pt x="645160" y="214630"/>
                  </a:lnTo>
                  <a:close/>
                  <a:moveTo>
                    <a:pt x="429260" y="214630"/>
                  </a:moveTo>
                  <a:lnTo>
                    <a:pt x="229870" y="214630"/>
                  </a:lnTo>
                  <a:lnTo>
                    <a:pt x="229870" y="15240"/>
                  </a:lnTo>
                  <a:lnTo>
                    <a:pt x="430530" y="15240"/>
                  </a:lnTo>
                  <a:lnTo>
                    <a:pt x="430530" y="214630"/>
                  </a:lnTo>
                  <a:lnTo>
                    <a:pt x="429260" y="214630"/>
                  </a:lnTo>
                  <a:close/>
                  <a:moveTo>
                    <a:pt x="15240" y="15240"/>
                  </a:moveTo>
                  <a:lnTo>
                    <a:pt x="215900" y="15240"/>
                  </a:lnTo>
                  <a:lnTo>
                    <a:pt x="215900" y="215900"/>
                  </a:lnTo>
                  <a:lnTo>
                    <a:pt x="15240" y="215900"/>
                  </a:lnTo>
                  <a:lnTo>
                    <a:pt x="15240" y="15240"/>
                  </a:lnTo>
                  <a:close/>
                  <a:moveTo>
                    <a:pt x="3271520" y="6334760"/>
                  </a:moveTo>
                  <a:lnTo>
                    <a:pt x="15240" y="6334760"/>
                  </a:lnTo>
                  <a:lnTo>
                    <a:pt x="15240" y="6134100"/>
                  </a:lnTo>
                  <a:lnTo>
                    <a:pt x="3271520" y="6134100"/>
                  </a:lnTo>
                  <a:lnTo>
                    <a:pt x="3271520" y="6334760"/>
                  </a:lnTo>
                  <a:close/>
                  <a:moveTo>
                    <a:pt x="167640" y="72390"/>
                  </a:moveTo>
                  <a:lnTo>
                    <a:pt x="125730" y="114300"/>
                  </a:lnTo>
                  <a:lnTo>
                    <a:pt x="168910" y="157480"/>
                  </a:lnTo>
                  <a:cubicBezTo>
                    <a:pt x="171450" y="160020"/>
                    <a:pt x="171450" y="165100"/>
                    <a:pt x="168910" y="167640"/>
                  </a:cubicBezTo>
                  <a:cubicBezTo>
                    <a:pt x="167640" y="168910"/>
                    <a:pt x="165100" y="170180"/>
                    <a:pt x="163830" y="170180"/>
                  </a:cubicBezTo>
                  <a:cubicBezTo>
                    <a:pt x="162560" y="170180"/>
                    <a:pt x="160020" y="168910"/>
                    <a:pt x="158750" y="167640"/>
                  </a:cubicBezTo>
                  <a:lnTo>
                    <a:pt x="114300" y="125730"/>
                  </a:lnTo>
                  <a:lnTo>
                    <a:pt x="71120" y="168910"/>
                  </a:lnTo>
                  <a:cubicBezTo>
                    <a:pt x="69850" y="170180"/>
                    <a:pt x="67310" y="171450"/>
                    <a:pt x="66040" y="171450"/>
                  </a:cubicBezTo>
                  <a:cubicBezTo>
                    <a:pt x="64770" y="171450"/>
                    <a:pt x="63500" y="168910"/>
                    <a:pt x="62230" y="167640"/>
                  </a:cubicBezTo>
                  <a:cubicBezTo>
                    <a:pt x="59690" y="165100"/>
                    <a:pt x="59690" y="160020"/>
                    <a:pt x="62230" y="157480"/>
                  </a:cubicBezTo>
                  <a:lnTo>
                    <a:pt x="104140" y="114300"/>
                  </a:lnTo>
                  <a:lnTo>
                    <a:pt x="62230" y="72390"/>
                  </a:lnTo>
                  <a:cubicBezTo>
                    <a:pt x="59690" y="69850"/>
                    <a:pt x="59690" y="64770"/>
                    <a:pt x="62230" y="62230"/>
                  </a:cubicBezTo>
                  <a:cubicBezTo>
                    <a:pt x="64770" y="59690"/>
                    <a:pt x="69850" y="59690"/>
                    <a:pt x="72390" y="62230"/>
                  </a:cubicBezTo>
                  <a:lnTo>
                    <a:pt x="114300" y="104140"/>
                  </a:lnTo>
                  <a:lnTo>
                    <a:pt x="157480" y="60960"/>
                  </a:lnTo>
                  <a:cubicBezTo>
                    <a:pt x="160020" y="58420"/>
                    <a:pt x="165100" y="58420"/>
                    <a:pt x="167640" y="60960"/>
                  </a:cubicBezTo>
                  <a:cubicBezTo>
                    <a:pt x="171450" y="64770"/>
                    <a:pt x="171450" y="69850"/>
                    <a:pt x="167640" y="72390"/>
                  </a:cubicBezTo>
                  <a:close/>
                  <a:moveTo>
                    <a:pt x="281940" y="170180"/>
                  </a:moveTo>
                  <a:lnTo>
                    <a:pt x="377190" y="170180"/>
                  </a:lnTo>
                  <a:cubicBezTo>
                    <a:pt x="381000" y="170180"/>
                    <a:pt x="384810" y="166370"/>
                    <a:pt x="384810" y="162560"/>
                  </a:cubicBezTo>
                  <a:lnTo>
                    <a:pt x="384810" y="67310"/>
                  </a:lnTo>
                  <a:cubicBezTo>
                    <a:pt x="384810" y="63500"/>
                    <a:pt x="381000" y="59690"/>
                    <a:pt x="377190" y="59690"/>
                  </a:cubicBezTo>
                  <a:lnTo>
                    <a:pt x="281940" y="59690"/>
                  </a:lnTo>
                  <a:cubicBezTo>
                    <a:pt x="278130" y="59690"/>
                    <a:pt x="274320" y="63500"/>
                    <a:pt x="274320" y="67310"/>
                  </a:cubicBezTo>
                  <a:lnTo>
                    <a:pt x="274320" y="163830"/>
                  </a:lnTo>
                  <a:cubicBezTo>
                    <a:pt x="274320" y="166370"/>
                    <a:pt x="278130" y="170180"/>
                    <a:pt x="281940" y="170180"/>
                  </a:cubicBezTo>
                  <a:close/>
                  <a:moveTo>
                    <a:pt x="289560" y="73660"/>
                  </a:moveTo>
                  <a:lnTo>
                    <a:pt x="370840" y="73660"/>
                  </a:lnTo>
                  <a:lnTo>
                    <a:pt x="370840" y="154940"/>
                  </a:lnTo>
                  <a:lnTo>
                    <a:pt x="289560" y="154940"/>
                  </a:lnTo>
                  <a:lnTo>
                    <a:pt x="289560" y="73660"/>
                  </a:lnTo>
                  <a:close/>
                  <a:moveTo>
                    <a:pt x="482600" y="162560"/>
                  </a:moveTo>
                  <a:cubicBezTo>
                    <a:pt x="482600" y="158750"/>
                    <a:pt x="486410" y="154940"/>
                    <a:pt x="490220" y="154940"/>
                  </a:cubicBezTo>
                  <a:lnTo>
                    <a:pt x="600710" y="154940"/>
                  </a:lnTo>
                  <a:cubicBezTo>
                    <a:pt x="604520" y="154940"/>
                    <a:pt x="608330" y="158750"/>
                    <a:pt x="608330" y="162560"/>
                  </a:cubicBezTo>
                  <a:cubicBezTo>
                    <a:pt x="608330" y="166370"/>
                    <a:pt x="604520" y="170180"/>
                    <a:pt x="600710" y="170180"/>
                  </a:cubicBezTo>
                  <a:lnTo>
                    <a:pt x="490220" y="170180"/>
                  </a:lnTo>
                  <a:cubicBezTo>
                    <a:pt x="485140" y="170180"/>
                    <a:pt x="482600" y="166370"/>
                    <a:pt x="482600" y="162560"/>
                  </a:cubicBezTo>
                  <a:close/>
                </a:path>
              </a:pathLst>
            </a:custGeom>
            <a:solidFill>
              <a:srgbClr val="01070A"/>
            </a:solidFill>
          </p:spPr>
        </p:sp>
      </p:grpSp>
      <p:sp>
        <p:nvSpPr>
          <p:cNvPr name="TextBox 8" id="8"/>
          <p:cNvSpPr txBox="true"/>
          <p:nvPr/>
        </p:nvSpPr>
        <p:spPr>
          <a:xfrm rot="0">
            <a:off x="7954558" y="428625"/>
            <a:ext cx="11426442" cy="1285875"/>
          </a:xfrm>
          <a:prstGeom prst="rect">
            <a:avLst/>
          </a:prstGeom>
        </p:spPr>
        <p:txBody>
          <a:bodyPr anchor="t" rtlCol="false" tIns="0" lIns="0" bIns="0" rIns="0">
            <a:spAutoFit/>
          </a:bodyPr>
          <a:lstStyle/>
          <a:p>
            <a:pPr algn="l">
              <a:lnSpc>
                <a:spcPts val="9900"/>
              </a:lnSpc>
            </a:pPr>
            <a:r>
              <a:rPr lang="en-US" sz="9000">
                <a:solidFill>
                  <a:srgbClr val="5387B3"/>
                </a:solidFill>
                <a:latin typeface="Abril Fatface"/>
                <a:ea typeface="Abril Fatface"/>
                <a:cs typeface="Abril Fatface"/>
                <a:sym typeface="Abril Fatface"/>
              </a:rPr>
              <a:t>About Company</a:t>
            </a:r>
          </a:p>
        </p:txBody>
      </p:sp>
      <p:sp>
        <p:nvSpPr>
          <p:cNvPr name="TextBox 9" id="9"/>
          <p:cNvSpPr txBox="true"/>
          <p:nvPr/>
        </p:nvSpPr>
        <p:spPr>
          <a:xfrm rot="0">
            <a:off x="6724316" y="2258619"/>
            <a:ext cx="11338660" cy="8943340"/>
          </a:xfrm>
          <a:prstGeom prst="rect">
            <a:avLst/>
          </a:prstGeom>
        </p:spPr>
        <p:txBody>
          <a:bodyPr anchor="t" rtlCol="false" tIns="0" lIns="0" bIns="0" rIns="0">
            <a:spAutoFit/>
          </a:bodyPr>
          <a:lstStyle/>
          <a:p>
            <a:pPr algn="ctr">
              <a:lnSpc>
                <a:spcPts val="4759"/>
              </a:lnSpc>
            </a:pPr>
            <a:r>
              <a:rPr lang="en-US" sz="3399">
                <a:solidFill>
                  <a:srgbClr val="171717"/>
                </a:solidFill>
                <a:latin typeface="Gagalin"/>
                <a:ea typeface="Gagalin"/>
                <a:cs typeface="Gagalin"/>
                <a:sym typeface="Gagalin"/>
              </a:rPr>
              <a:t>Dynamic Tooling Systems </a:t>
            </a:r>
            <a:r>
              <a:rPr lang="en-US" sz="3399">
                <a:solidFill>
                  <a:srgbClr val="171717"/>
                </a:solidFill>
                <a:latin typeface="Gagalin"/>
                <a:ea typeface="Gagalin"/>
                <a:cs typeface="Gagalin"/>
                <a:sym typeface="Gagalin"/>
              </a:rPr>
              <a:t>was established in 2004.It is an automotive company which specializes in supplying of Press Tools, Press products, Sub-Assembly Components, Jigs, Fixtures, Gauges &amp; CNC Milling Works for Automobile Applications.</a:t>
            </a:r>
          </a:p>
          <a:p>
            <a:pPr algn="ctr">
              <a:lnSpc>
                <a:spcPts val="4480"/>
              </a:lnSpc>
            </a:pPr>
          </a:p>
          <a:p>
            <a:pPr algn="ctr">
              <a:lnSpc>
                <a:spcPts val="4759"/>
              </a:lnSpc>
            </a:pPr>
            <a:r>
              <a:rPr lang="en-US" sz="3399">
                <a:solidFill>
                  <a:srgbClr val="171717"/>
                </a:solidFill>
                <a:latin typeface="Gagalin"/>
                <a:ea typeface="Gagalin"/>
                <a:cs typeface="Gagalin"/>
                <a:sym typeface="Gagalin"/>
              </a:rPr>
              <a:t>With over 19 years of experience in the Automotive Industry, we continue to provide Precision and High Quality work. Established in 2004 as a small - scale industry manufacturing sheet metal components, the company has grown up in size and operation into a well-respected medium scale industry with a reputation for consistently high quality and timely deliveries.</a:t>
            </a:r>
          </a:p>
          <a:p>
            <a:pPr algn="ctr">
              <a:lnSpc>
                <a:spcPts val="4759"/>
              </a:lnSpc>
            </a:pPr>
          </a:p>
          <a:p>
            <a:pPr algn="ctr">
              <a:lnSpc>
                <a:spcPts val="4759"/>
              </a:lnSpc>
            </a:pPr>
            <a:r>
              <a:rPr lang="en-US" sz="3399">
                <a:solidFill>
                  <a:srgbClr val="171717"/>
                </a:solidFill>
                <a:latin typeface="Lato"/>
                <a:ea typeface="Lato"/>
                <a:cs typeface="Lato"/>
                <a:sym typeface="Lato"/>
              </a:rPr>
              <a:t>            </a:t>
            </a:r>
          </a:p>
        </p:txBody>
      </p:sp>
      <p:sp>
        <p:nvSpPr>
          <p:cNvPr name="Freeform 10" id="10"/>
          <p:cNvSpPr/>
          <p:nvPr/>
        </p:nvSpPr>
        <p:spPr>
          <a:xfrm flipH="false" flipV="false" rot="0">
            <a:off x="6491311" y="5344885"/>
            <a:ext cx="11804671" cy="6640127"/>
          </a:xfrm>
          <a:custGeom>
            <a:avLst/>
            <a:gdLst/>
            <a:ahLst/>
            <a:cxnLst/>
            <a:rect r="r" b="b" t="t" l="l"/>
            <a:pathLst>
              <a:path h="6640127" w="11804671">
                <a:moveTo>
                  <a:pt x="0" y="0"/>
                </a:moveTo>
                <a:lnTo>
                  <a:pt x="11804671" y="0"/>
                </a:lnTo>
                <a:lnTo>
                  <a:pt x="11804671" y="6640127"/>
                </a:lnTo>
                <a:lnTo>
                  <a:pt x="0" y="6640127"/>
                </a:lnTo>
                <a:lnTo>
                  <a:pt x="0" y="0"/>
                </a:lnTo>
                <a:close/>
              </a:path>
            </a:pathLst>
          </a:custGeom>
          <a:blipFill>
            <a:blip r:embed="rId4"/>
            <a:stretch>
              <a:fillRect l="-49118" t="0" r="-49118"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a:grpSpLocks noChangeAspect="true"/>
          </p:cNvGrpSpPr>
          <p:nvPr/>
        </p:nvGrpSpPr>
        <p:grpSpPr>
          <a:xfrm rot="0">
            <a:off x="0" y="0"/>
            <a:ext cx="6483329" cy="12525752"/>
            <a:chOff x="0" y="0"/>
            <a:chExt cx="3286760" cy="6350000"/>
          </a:xfrm>
        </p:grpSpPr>
        <p:sp>
          <p:nvSpPr>
            <p:cNvPr name="Freeform 4" id="4"/>
            <p:cNvSpPr/>
            <p:nvPr/>
          </p:nvSpPr>
          <p:spPr>
            <a:xfrm flipH="false" flipV="false" rot="0">
              <a:off x="7620" y="7620"/>
              <a:ext cx="3271520" cy="6334760"/>
            </a:xfrm>
            <a:custGeom>
              <a:avLst/>
              <a:gdLst/>
              <a:ahLst/>
              <a:cxnLst/>
              <a:rect r="r" b="b" t="t" l="l"/>
              <a:pathLst>
                <a:path h="6334760" w="3271520">
                  <a:moveTo>
                    <a:pt x="3271520" y="1236980"/>
                  </a:moveTo>
                  <a:lnTo>
                    <a:pt x="3271520" y="1846580"/>
                  </a:lnTo>
                  <a:moveTo>
                    <a:pt x="3271520" y="1846580"/>
                  </a:moveTo>
                  <a:lnTo>
                    <a:pt x="3271520" y="6334760"/>
                  </a:lnTo>
                  <a:lnTo>
                    <a:pt x="0" y="6334760"/>
                  </a:lnTo>
                  <a:lnTo>
                    <a:pt x="0" y="0"/>
                  </a:lnTo>
                  <a:lnTo>
                    <a:pt x="3271520" y="0"/>
                  </a:lnTo>
                  <a:lnTo>
                    <a:pt x="3271520" y="1236980"/>
                  </a:lnTo>
                </a:path>
              </a:pathLst>
            </a:custGeom>
            <a:blipFill>
              <a:blip r:embed="rId3"/>
              <a:stretch>
                <a:fillRect l="-122473" t="0" r="-35704" b="0"/>
              </a:stretch>
            </a:blipFill>
          </p:spPr>
        </p:sp>
        <p:sp>
          <p:nvSpPr>
            <p:cNvPr name="Freeform 5" id="5"/>
            <p:cNvSpPr/>
            <p:nvPr/>
          </p:nvSpPr>
          <p:spPr>
            <a:xfrm flipH="false" flipV="false" rot="0">
              <a:off x="7620" y="7620"/>
              <a:ext cx="3271520" cy="6334760"/>
            </a:xfrm>
            <a:custGeom>
              <a:avLst/>
              <a:gdLst/>
              <a:ahLst/>
              <a:cxnLst/>
              <a:rect r="r" b="b" t="t" l="l"/>
              <a:pathLst>
                <a:path h="6334760" w="3271520">
                  <a:moveTo>
                    <a:pt x="3271520" y="6334760"/>
                  </a:moveTo>
                  <a:lnTo>
                    <a:pt x="0" y="6334760"/>
                  </a:lnTo>
                  <a:lnTo>
                    <a:pt x="0" y="6120130"/>
                  </a:lnTo>
                  <a:lnTo>
                    <a:pt x="3271520" y="6120130"/>
                  </a:lnTo>
                  <a:lnTo>
                    <a:pt x="3271520" y="6334760"/>
                  </a:lnTo>
                  <a:close/>
                  <a:moveTo>
                    <a:pt x="3271520" y="0"/>
                  </a:moveTo>
                  <a:lnTo>
                    <a:pt x="0" y="0"/>
                  </a:lnTo>
                  <a:lnTo>
                    <a:pt x="0" y="214630"/>
                  </a:lnTo>
                  <a:lnTo>
                    <a:pt x="3271520" y="214630"/>
                  </a:lnTo>
                  <a:lnTo>
                    <a:pt x="3271520" y="0"/>
                  </a:lnTo>
                  <a:close/>
                </a:path>
              </a:pathLst>
            </a:custGeom>
            <a:solidFill>
              <a:srgbClr val="01070A"/>
            </a:solidFill>
          </p:spPr>
        </p:sp>
        <p:sp>
          <p:nvSpPr>
            <p:cNvPr name="Freeform 6" id="6"/>
            <p:cNvSpPr/>
            <p:nvPr/>
          </p:nvSpPr>
          <p:spPr>
            <a:xfrm flipH="false" flipV="false" rot="0">
              <a:off x="7620" y="7620"/>
              <a:ext cx="645160" cy="214630"/>
            </a:xfrm>
            <a:custGeom>
              <a:avLst/>
              <a:gdLst/>
              <a:ahLst/>
              <a:cxnLst/>
              <a:rect r="r" b="b" t="t" l="l"/>
              <a:pathLst>
                <a:path h="214630" w="645160">
                  <a:moveTo>
                    <a:pt x="429260" y="214630"/>
                  </a:moveTo>
                  <a:lnTo>
                    <a:pt x="214630" y="214630"/>
                  </a:lnTo>
                  <a:lnTo>
                    <a:pt x="214630" y="0"/>
                  </a:lnTo>
                  <a:lnTo>
                    <a:pt x="429260" y="0"/>
                  </a:lnTo>
                  <a:lnTo>
                    <a:pt x="429260" y="214630"/>
                  </a:lnTo>
                  <a:close/>
                  <a:moveTo>
                    <a:pt x="645160" y="0"/>
                  </a:moveTo>
                  <a:lnTo>
                    <a:pt x="429260" y="0"/>
                  </a:lnTo>
                  <a:lnTo>
                    <a:pt x="429260" y="214630"/>
                  </a:lnTo>
                  <a:lnTo>
                    <a:pt x="643890" y="214630"/>
                  </a:lnTo>
                  <a:lnTo>
                    <a:pt x="645160" y="0"/>
                  </a:lnTo>
                  <a:lnTo>
                    <a:pt x="645160" y="0"/>
                  </a:lnTo>
                  <a:close/>
                  <a:moveTo>
                    <a:pt x="214630" y="0"/>
                  </a:moveTo>
                  <a:lnTo>
                    <a:pt x="0" y="0"/>
                  </a:lnTo>
                  <a:lnTo>
                    <a:pt x="0" y="214630"/>
                  </a:lnTo>
                  <a:lnTo>
                    <a:pt x="214630" y="214630"/>
                  </a:lnTo>
                  <a:lnTo>
                    <a:pt x="214630" y="0"/>
                  </a:lnTo>
                  <a:close/>
                </a:path>
              </a:pathLst>
            </a:custGeom>
            <a:solidFill>
              <a:srgbClr val="FF3131"/>
            </a:solidFill>
          </p:spPr>
        </p:sp>
        <p:sp>
          <p:nvSpPr>
            <p:cNvPr name="Freeform 7" id="7"/>
            <p:cNvSpPr/>
            <p:nvPr/>
          </p:nvSpPr>
          <p:spPr>
            <a:xfrm flipH="false" flipV="false" rot="0">
              <a:off x="0" y="0"/>
              <a:ext cx="3286760" cy="6350000"/>
            </a:xfrm>
            <a:custGeom>
              <a:avLst/>
              <a:gdLst/>
              <a:ahLst/>
              <a:cxnLst/>
              <a:rect r="r" b="b" t="t" l="l"/>
              <a:pathLst>
                <a:path h="6350000" w="3286760">
                  <a:moveTo>
                    <a:pt x="3279140" y="0"/>
                  </a:moveTo>
                  <a:lnTo>
                    <a:pt x="652780" y="0"/>
                  </a:lnTo>
                  <a:lnTo>
                    <a:pt x="436880" y="0"/>
                  </a:lnTo>
                  <a:lnTo>
                    <a:pt x="222250" y="0"/>
                  </a:lnTo>
                  <a:lnTo>
                    <a:pt x="7620" y="0"/>
                  </a:lnTo>
                  <a:cubicBezTo>
                    <a:pt x="3810" y="0"/>
                    <a:pt x="0" y="3810"/>
                    <a:pt x="0" y="7620"/>
                  </a:cubicBezTo>
                  <a:lnTo>
                    <a:pt x="0" y="222250"/>
                  </a:lnTo>
                  <a:lnTo>
                    <a:pt x="0" y="6127750"/>
                  </a:lnTo>
                  <a:lnTo>
                    <a:pt x="0" y="6342380"/>
                  </a:lnTo>
                  <a:cubicBezTo>
                    <a:pt x="0" y="6346190"/>
                    <a:pt x="3810" y="6350000"/>
                    <a:pt x="7620" y="6350000"/>
                  </a:cubicBezTo>
                  <a:lnTo>
                    <a:pt x="3279140" y="6350000"/>
                  </a:lnTo>
                  <a:cubicBezTo>
                    <a:pt x="3282950" y="6350000"/>
                    <a:pt x="3286760" y="6346190"/>
                    <a:pt x="3286760" y="6342380"/>
                  </a:cubicBezTo>
                  <a:lnTo>
                    <a:pt x="3286760" y="6127750"/>
                  </a:lnTo>
                  <a:lnTo>
                    <a:pt x="3286760" y="222250"/>
                  </a:lnTo>
                  <a:lnTo>
                    <a:pt x="3286760" y="7620"/>
                  </a:lnTo>
                  <a:cubicBezTo>
                    <a:pt x="3286760" y="3810"/>
                    <a:pt x="3282950" y="0"/>
                    <a:pt x="3279140" y="0"/>
                  </a:cubicBezTo>
                  <a:close/>
                  <a:moveTo>
                    <a:pt x="222250" y="229870"/>
                  </a:moveTo>
                  <a:lnTo>
                    <a:pt x="436880" y="229870"/>
                  </a:lnTo>
                  <a:lnTo>
                    <a:pt x="651510" y="229870"/>
                  </a:lnTo>
                  <a:lnTo>
                    <a:pt x="3270250" y="229870"/>
                  </a:lnTo>
                  <a:lnTo>
                    <a:pt x="3270250" y="6120130"/>
                  </a:lnTo>
                  <a:lnTo>
                    <a:pt x="15240" y="6120130"/>
                  </a:lnTo>
                  <a:lnTo>
                    <a:pt x="15240" y="229870"/>
                  </a:lnTo>
                  <a:lnTo>
                    <a:pt x="222250" y="229870"/>
                  </a:lnTo>
                  <a:close/>
                  <a:moveTo>
                    <a:pt x="3271520" y="214630"/>
                  </a:moveTo>
                  <a:lnTo>
                    <a:pt x="659130" y="214630"/>
                  </a:lnTo>
                  <a:lnTo>
                    <a:pt x="659130" y="15240"/>
                  </a:lnTo>
                  <a:lnTo>
                    <a:pt x="3271520" y="15240"/>
                  </a:lnTo>
                  <a:lnTo>
                    <a:pt x="3271520" y="214630"/>
                  </a:lnTo>
                  <a:close/>
                  <a:moveTo>
                    <a:pt x="645160" y="214630"/>
                  </a:moveTo>
                  <a:lnTo>
                    <a:pt x="444500" y="214630"/>
                  </a:lnTo>
                  <a:lnTo>
                    <a:pt x="444500" y="15240"/>
                  </a:lnTo>
                  <a:lnTo>
                    <a:pt x="645160" y="15240"/>
                  </a:lnTo>
                  <a:lnTo>
                    <a:pt x="645160" y="214630"/>
                  </a:lnTo>
                  <a:close/>
                  <a:moveTo>
                    <a:pt x="429260" y="214630"/>
                  </a:moveTo>
                  <a:lnTo>
                    <a:pt x="229870" y="214630"/>
                  </a:lnTo>
                  <a:lnTo>
                    <a:pt x="229870" y="15240"/>
                  </a:lnTo>
                  <a:lnTo>
                    <a:pt x="430530" y="15240"/>
                  </a:lnTo>
                  <a:lnTo>
                    <a:pt x="430530" y="214630"/>
                  </a:lnTo>
                  <a:lnTo>
                    <a:pt x="429260" y="214630"/>
                  </a:lnTo>
                  <a:close/>
                  <a:moveTo>
                    <a:pt x="15240" y="15240"/>
                  </a:moveTo>
                  <a:lnTo>
                    <a:pt x="215900" y="15240"/>
                  </a:lnTo>
                  <a:lnTo>
                    <a:pt x="215900" y="215900"/>
                  </a:lnTo>
                  <a:lnTo>
                    <a:pt x="15240" y="215900"/>
                  </a:lnTo>
                  <a:lnTo>
                    <a:pt x="15240" y="15240"/>
                  </a:lnTo>
                  <a:close/>
                  <a:moveTo>
                    <a:pt x="3271520" y="6334760"/>
                  </a:moveTo>
                  <a:lnTo>
                    <a:pt x="15240" y="6334760"/>
                  </a:lnTo>
                  <a:lnTo>
                    <a:pt x="15240" y="6134100"/>
                  </a:lnTo>
                  <a:lnTo>
                    <a:pt x="3271520" y="6134100"/>
                  </a:lnTo>
                  <a:lnTo>
                    <a:pt x="3271520" y="6334760"/>
                  </a:lnTo>
                  <a:close/>
                  <a:moveTo>
                    <a:pt x="167640" y="72390"/>
                  </a:moveTo>
                  <a:lnTo>
                    <a:pt x="125730" y="114300"/>
                  </a:lnTo>
                  <a:lnTo>
                    <a:pt x="168910" y="157480"/>
                  </a:lnTo>
                  <a:cubicBezTo>
                    <a:pt x="171450" y="160020"/>
                    <a:pt x="171450" y="165100"/>
                    <a:pt x="168910" y="167640"/>
                  </a:cubicBezTo>
                  <a:cubicBezTo>
                    <a:pt x="167640" y="168910"/>
                    <a:pt x="165100" y="170180"/>
                    <a:pt x="163830" y="170180"/>
                  </a:cubicBezTo>
                  <a:cubicBezTo>
                    <a:pt x="162560" y="170180"/>
                    <a:pt x="160020" y="168910"/>
                    <a:pt x="158750" y="167640"/>
                  </a:cubicBezTo>
                  <a:lnTo>
                    <a:pt x="114300" y="125730"/>
                  </a:lnTo>
                  <a:lnTo>
                    <a:pt x="71120" y="168910"/>
                  </a:lnTo>
                  <a:cubicBezTo>
                    <a:pt x="69850" y="170180"/>
                    <a:pt x="67310" y="171450"/>
                    <a:pt x="66040" y="171450"/>
                  </a:cubicBezTo>
                  <a:cubicBezTo>
                    <a:pt x="64770" y="171450"/>
                    <a:pt x="63500" y="168910"/>
                    <a:pt x="62230" y="167640"/>
                  </a:cubicBezTo>
                  <a:cubicBezTo>
                    <a:pt x="59690" y="165100"/>
                    <a:pt x="59690" y="160020"/>
                    <a:pt x="62230" y="157480"/>
                  </a:cubicBezTo>
                  <a:lnTo>
                    <a:pt x="104140" y="114300"/>
                  </a:lnTo>
                  <a:lnTo>
                    <a:pt x="62230" y="72390"/>
                  </a:lnTo>
                  <a:cubicBezTo>
                    <a:pt x="59690" y="69850"/>
                    <a:pt x="59690" y="64770"/>
                    <a:pt x="62230" y="62230"/>
                  </a:cubicBezTo>
                  <a:cubicBezTo>
                    <a:pt x="64770" y="59690"/>
                    <a:pt x="69850" y="59690"/>
                    <a:pt x="72390" y="62230"/>
                  </a:cubicBezTo>
                  <a:lnTo>
                    <a:pt x="114300" y="104140"/>
                  </a:lnTo>
                  <a:lnTo>
                    <a:pt x="157480" y="60960"/>
                  </a:lnTo>
                  <a:cubicBezTo>
                    <a:pt x="160020" y="58420"/>
                    <a:pt x="165100" y="58420"/>
                    <a:pt x="167640" y="60960"/>
                  </a:cubicBezTo>
                  <a:cubicBezTo>
                    <a:pt x="171450" y="64770"/>
                    <a:pt x="171450" y="69850"/>
                    <a:pt x="167640" y="72390"/>
                  </a:cubicBezTo>
                  <a:close/>
                  <a:moveTo>
                    <a:pt x="281940" y="170180"/>
                  </a:moveTo>
                  <a:lnTo>
                    <a:pt x="377190" y="170180"/>
                  </a:lnTo>
                  <a:cubicBezTo>
                    <a:pt x="381000" y="170180"/>
                    <a:pt x="384810" y="166370"/>
                    <a:pt x="384810" y="162560"/>
                  </a:cubicBezTo>
                  <a:lnTo>
                    <a:pt x="384810" y="67310"/>
                  </a:lnTo>
                  <a:cubicBezTo>
                    <a:pt x="384810" y="63500"/>
                    <a:pt x="381000" y="59690"/>
                    <a:pt x="377190" y="59690"/>
                  </a:cubicBezTo>
                  <a:lnTo>
                    <a:pt x="281940" y="59690"/>
                  </a:lnTo>
                  <a:cubicBezTo>
                    <a:pt x="278130" y="59690"/>
                    <a:pt x="274320" y="63500"/>
                    <a:pt x="274320" y="67310"/>
                  </a:cubicBezTo>
                  <a:lnTo>
                    <a:pt x="274320" y="163830"/>
                  </a:lnTo>
                  <a:cubicBezTo>
                    <a:pt x="274320" y="166370"/>
                    <a:pt x="278130" y="170180"/>
                    <a:pt x="281940" y="170180"/>
                  </a:cubicBezTo>
                  <a:close/>
                  <a:moveTo>
                    <a:pt x="289560" y="73660"/>
                  </a:moveTo>
                  <a:lnTo>
                    <a:pt x="370840" y="73660"/>
                  </a:lnTo>
                  <a:lnTo>
                    <a:pt x="370840" y="154940"/>
                  </a:lnTo>
                  <a:lnTo>
                    <a:pt x="289560" y="154940"/>
                  </a:lnTo>
                  <a:lnTo>
                    <a:pt x="289560" y="73660"/>
                  </a:lnTo>
                  <a:close/>
                  <a:moveTo>
                    <a:pt x="482600" y="162560"/>
                  </a:moveTo>
                  <a:cubicBezTo>
                    <a:pt x="482600" y="158750"/>
                    <a:pt x="486410" y="154940"/>
                    <a:pt x="490220" y="154940"/>
                  </a:cubicBezTo>
                  <a:lnTo>
                    <a:pt x="600710" y="154940"/>
                  </a:lnTo>
                  <a:cubicBezTo>
                    <a:pt x="604520" y="154940"/>
                    <a:pt x="608330" y="158750"/>
                    <a:pt x="608330" y="162560"/>
                  </a:cubicBezTo>
                  <a:cubicBezTo>
                    <a:pt x="608330" y="166370"/>
                    <a:pt x="604520" y="170180"/>
                    <a:pt x="600710" y="170180"/>
                  </a:cubicBezTo>
                  <a:lnTo>
                    <a:pt x="490220" y="170180"/>
                  </a:lnTo>
                  <a:cubicBezTo>
                    <a:pt x="485140" y="170180"/>
                    <a:pt x="482600" y="166370"/>
                    <a:pt x="482600" y="162560"/>
                  </a:cubicBezTo>
                  <a:close/>
                </a:path>
              </a:pathLst>
            </a:custGeom>
            <a:solidFill>
              <a:srgbClr val="1B1464"/>
            </a:solidFill>
          </p:spPr>
        </p:sp>
      </p:grpSp>
      <p:sp>
        <p:nvSpPr>
          <p:cNvPr name="Freeform 8" id="8"/>
          <p:cNvSpPr/>
          <p:nvPr/>
        </p:nvSpPr>
        <p:spPr>
          <a:xfrm flipH="false" flipV="false" rot="0">
            <a:off x="6483329" y="4449280"/>
            <a:ext cx="11804671" cy="6640127"/>
          </a:xfrm>
          <a:custGeom>
            <a:avLst/>
            <a:gdLst/>
            <a:ahLst/>
            <a:cxnLst/>
            <a:rect r="r" b="b" t="t" l="l"/>
            <a:pathLst>
              <a:path h="6640127" w="11804671">
                <a:moveTo>
                  <a:pt x="0" y="0"/>
                </a:moveTo>
                <a:lnTo>
                  <a:pt x="11804671" y="0"/>
                </a:lnTo>
                <a:lnTo>
                  <a:pt x="11804671" y="6640127"/>
                </a:lnTo>
                <a:lnTo>
                  <a:pt x="0" y="6640127"/>
                </a:lnTo>
                <a:lnTo>
                  <a:pt x="0" y="0"/>
                </a:lnTo>
                <a:close/>
              </a:path>
            </a:pathLst>
          </a:custGeom>
          <a:blipFill>
            <a:blip r:embed="rId4"/>
            <a:stretch>
              <a:fillRect l="-49118" t="0" r="-49118" b="0"/>
            </a:stretch>
          </a:blipFill>
        </p:spPr>
      </p:sp>
      <p:sp>
        <p:nvSpPr>
          <p:cNvPr name="TextBox 9" id="9"/>
          <p:cNvSpPr txBox="true"/>
          <p:nvPr/>
        </p:nvSpPr>
        <p:spPr>
          <a:xfrm rot="0">
            <a:off x="7954558" y="428625"/>
            <a:ext cx="11426442" cy="1285875"/>
          </a:xfrm>
          <a:prstGeom prst="rect">
            <a:avLst/>
          </a:prstGeom>
        </p:spPr>
        <p:txBody>
          <a:bodyPr anchor="t" rtlCol="false" tIns="0" lIns="0" bIns="0" rIns="0">
            <a:spAutoFit/>
          </a:bodyPr>
          <a:lstStyle/>
          <a:p>
            <a:pPr algn="l">
              <a:lnSpc>
                <a:spcPts val="9900"/>
              </a:lnSpc>
            </a:pPr>
            <a:r>
              <a:rPr lang="en-US" sz="9000">
                <a:solidFill>
                  <a:srgbClr val="5387B3"/>
                </a:solidFill>
                <a:latin typeface="Abril Fatface"/>
                <a:ea typeface="Abril Fatface"/>
                <a:cs typeface="Abril Fatface"/>
                <a:sym typeface="Abril Fatface"/>
              </a:rPr>
              <a:t>About Company</a:t>
            </a:r>
          </a:p>
        </p:txBody>
      </p:sp>
      <p:sp>
        <p:nvSpPr>
          <p:cNvPr name="TextBox 10" id="10"/>
          <p:cNvSpPr txBox="true"/>
          <p:nvPr/>
        </p:nvSpPr>
        <p:spPr>
          <a:xfrm rot="0">
            <a:off x="7302964" y="2441977"/>
            <a:ext cx="10309954" cy="8647430"/>
          </a:xfrm>
          <a:prstGeom prst="rect">
            <a:avLst/>
          </a:prstGeom>
        </p:spPr>
        <p:txBody>
          <a:bodyPr anchor="t" rtlCol="false" tIns="0" lIns="0" bIns="0" rIns="0">
            <a:spAutoFit/>
          </a:bodyPr>
          <a:lstStyle/>
          <a:p>
            <a:pPr algn="ctr">
              <a:lnSpc>
                <a:spcPts val="5319"/>
              </a:lnSpc>
            </a:pPr>
            <a:r>
              <a:rPr lang="en-US" sz="3799">
                <a:solidFill>
                  <a:srgbClr val="171717"/>
                </a:solidFill>
                <a:latin typeface="Gagalin"/>
                <a:ea typeface="Gagalin"/>
                <a:cs typeface="Gagalin"/>
                <a:sym typeface="Gagalin"/>
              </a:rPr>
              <a:t>To meet the current volume and quality standards, we are already equipped with a wide range of equipment and systems in a completely integrated manufacturing plant at Hosur.</a:t>
            </a:r>
          </a:p>
          <a:p>
            <a:pPr algn="ctr">
              <a:lnSpc>
                <a:spcPts val="5319"/>
              </a:lnSpc>
            </a:pPr>
          </a:p>
          <a:p>
            <a:pPr algn="ctr">
              <a:lnSpc>
                <a:spcPts val="5319"/>
              </a:lnSpc>
            </a:pPr>
            <a:r>
              <a:rPr lang="en-US" sz="3799">
                <a:solidFill>
                  <a:srgbClr val="171717"/>
                </a:solidFill>
                <a:latin typeface="Gagalin"/>
                <a:ea typeface="Gagalin"/>
                <a:cs typeface="Gagalin"/>
                <a:sym typeface="Gagalin"/>
              </a:rPr>
              <a:t>              We have a team of well qualified Engineers in designing, machining and inspection. Our factory is an ISO 9001:2015 Certified Company.</a:t>
            </a:r>
          </a:p>
          <a:p>
            <a:pPr algn="ctr">
              <a:lnSpc>
                <a:spcPts val="5319"/>
              </a:lnSpc>
            </a:pPr>
          </a:p>
          <a:p>
            <a:pPr algn="ctr">
              <a:lnSpc>
                <a:spcPts val="5319"/>
              </a:lnSpc>
            </a:pPr>
          </a:p>
          <a:p>
            <a:pPr algn="ctr">
              <a:lnSpc>
                <a:spcPts val="5319"/>
              </a:lnSpc>
            </a:pPr>
            <a:r>
              <a:rPr lang="en-US" sz="3799">
                <a:solidFill>
                  <a:srgbClr val="171717"/>
                </a:solidFill>
                <a:latin typeface="Lato"/>
                <a:ea typeface="Lato"/>
                <a:cs typeface="Lato"/>
                <a:sym typeface="Lato"/>
              </a:rPr>
              <a: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a:grpSpLocks noChangeAspect="true"/>
          </p:cNvGrpSpPr>
          <p:nvPr/>
        </p:nvGrpSpPr>
        <p:grpSpPr>
          <a:xfrm rot="0">
            <a:off x="321471" y="1883219"/>
            <a:ext cx="5612899" cy="6520561"/>
            <a:chOff x="0" y="0"/>
            <a:chExt cx="5466080" cy="6350000"/>
          </a:xfrm>
        </p:grpSpPr>
        <p:sp>
          <p:nvSpPr>
            <p:cNvPr name="Freeform 4" id="4"/>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F3131"/>
            </a:solidFill>
          </p:spPr>
        </p:sp>
        <p:sp>
          <p:nvSpPr>
            <p:cNvPr name="Freeform 5" id="5"/>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3"/>
              <a:stretch>
                <a:fillRect l="-17708" t="0" r="-11402" b="0"/>
              </a:stretch>
            </a:blipFill>
          </p:spPr>
        </p:sp>
        <p:sp>
          <p:nvSpPr>
            <p:cNvPr name="Freeform 6" id="6"/>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7" id="7"/>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01070A"/>
            </a:solidFill>
          </p:spPr>
        </p:sp>
      </p:grpSp>
      <p:grpSp>
        <p:nvGrpSpPr>
          <p:cNvPr name="Group 8" id="8"/>
          <p:cNvGrpSpPr>
            <a:grpSpLocks noChangeAspect="true"/>
          </p:cNvGrpSpPr>
          <p:nvPr/>
        </p:nvGrpSpPr>
        <p:grpSpPr>
          <a:xfrm rot="0">
            <a:off x="6327717" y="1883219"/>
            <a:ext cx="5612899" cy="6520561"/>
            <a:chOff x="0" y="0"/>
            <a:chExt cx="5466080" cy="6350000"/>
          </a:xfrm>
        </p:grpSpPr>
        <p:sp>
          <p:nvSpPr>
            <p:cNvPr name="Freeform 9" id="9"/>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F3131"/>
            </a:solidFill>
          </p:spPr>
        </p:sp>
        <p:sp>
          <p:nvSpPr>
            <p:cNvPr name="Freeform 10" id="10"/>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4"/>
              <a:stretch>
                <a:fillRect l="0" t="0" r="-27999" b="0"/>
              </a:stretch>
            </a:blipFill>
          </p:spPr>
        </p:sp>
        <p:sp>
          <p:nvSpPr>
            <p:cNvPr name="Freeform 11" id="11"/>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2" id="12"/>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01070A"/>
            </a:solidFill>
          </p:spPr>
        </p:sp>
      </p:grpSp>
      <p:grpSp>
        <p:nvGrpSpPr>
          <p:cNvPr name="Group 13" id="13"/>
          <p:cNvGrpSpPr>
            <a:grpSpLocks noChangeAspect="true"/>
          </p:cNvGrpSpPr>
          <p:nvPr/>
        </p:nvGrpSpPr>
        <p:grpSpPr>
          <a:xfrm rot="0">
            <a:off x="12331141" y="1883219"/>
            <a:ext cx="5612899" cy="6520561"/>
            <a:chOff x="0" y="0"/>
            <a:chExt cx="5466080" cy="6350000"/>
          </a:xfrm>
        </p:grpSpPr>
        <p:sp>
          <p:nvSpPr>
            <p:cNvPr name="Freeform 14" id="14"/>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F3131"/>
            </a:solidFill>
          </p:spPr>
        </p:sp>
        <p:sp>
          <p:nvSpPr>
            <p:cNvPr name="Freeform 15" id="15"/>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5"/>
              <a:stretch>
                <a:fillRect l="-22877" t="0" r="-5122" b="0"/>
              </a:stretch>
            </a:blipFill>
          </p:spPr>
        </p:sp>
        <p:sp>
          <p:nvSpPr>
            <p:cNvPr name="Freeform 16" id="16"/>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7" id="17"/>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01070A"/>
            </a:solidFill>
          </p:spPr>
        </p:sp>
      </p:grpSp>
      <p:sp>
        <p:nvSpPr>
          <p:cNvPr name="Freeform 18" id="18"/>
          <p:cNvSpPr/>
          <p:nvPr/>
        </p:nvSpPr>
        <p:spPr>
          <a:xfrm flipH="false" flipV="false" rot="0">
            <a:off x="0" y="9258300"/>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10800000">
            <a:off x="11479990" y="539503"/>
            <a:ext cx="7315200" cy="489197"/>
          </a:xfrm>
          <a:custGeom>
            <a:avLst/>
            <a:gdLst/>
            <a:ahLst/>
            <a:cxnLst/>
            <a:rect r="r" b="b" t="t" l="l"/>
            <a:pathLst>
              <a:path h="489197" w="7315200">
                <a:moveTo>
                  <a:pt x="0" y="0"/>
                </a:moveTo>
                <a:lnTo>
                  <a:pt x="7315200" y="0"/>
                </a:lnTo>
                <a:lnTo>
                  <a:pt x="7315200" y="489197"/>
                </a:lnTo>
                <a:lnTo>
                  <a:pt x="0" y="489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630447" y="7429983"/>
            <a:ext cx="4994946" cy="561973"/>
          </a:xfrm>
          <a:prstGeom prst="rect">
            <a:avLst/>
          </a:prstGeom>
        </p:spPr>
        <p:txBody>
          <a:bodyPr anchor="t" rtlCol="false" tIns="0" lIns="0" bIns="0" rIns="0">
            <a:spAutoFit/>
          </a:bodyPr>
          <a:lstStyle/>
          <a:p>
            <a:pPr algn="ctr">
              <a:lnSpc>
                <a:spcPts val="4506"/>
              </a:lnSpc>
              <a:spcBef>
                <a:spcPct val="0"/>
              </a:spcBef>
            </a:pPr>
            <a:r>
              <a:rPr lang="en-US" sz="3218">
                <a:solidFill>
                  <a:srgbClr val="000000"/>
                </a:solidFill>
                <a:latin typeface="Archivo Black"/>
                <a:ea typeface="Archivo Black"/>
                <a:cs typeface="Archivo Black"/>
                <a:sym typeface="Archivo Black"/>
              </a:rPr>
              <a:t>UNIT – I (TOOL ROOM)</a:t>
            </a:r>
          </a:p>
        </p:txBody>
      </p:sp>
      <p:sp>
        <p:nvSpPr>
          <p:cNvPr name="TextBox 21" id="21"/>
          <p:cNvSpPr txBox="true"/>
          <p:nvPr/>
        </p:nvSpPr>
        <p:spPr>
          <a:xfrm rot="0">
            <a:off x="6508144" y="7443012"/>
            <a:ext cx="5252046" cy="553036"/>
          </a:xfrm>
          <a:prstGeom prst="rect">
            <a:avLst/>
          </a:prstGeom>
        </p:spPr>
        <p:txBody>
          <a:bodyPr anchor="t" rtlCol="false" tIns="0" lIns="0" bIns="0" rIns="0">
            <a:spAutoFit/>
          </a:bodyPr>
          <a:lstStyle/>
          <a:p>
            <a:pPr algn="ctr">
              <a:lnSpc>
                <a:spcPts val="4473"/>
              </a:lnSpc>
              <a:spcBef>
                <a:spcPct val="0"/>
              </a:spcBef>
            </a:pPr>
            <a:r>
              <a:rPr lang="en-US" sz="3195">
                <a:solidFill>
                  <a:srgbClr val="000000"/>
                </a:solidFill>
                <a:latin typeface="Archivo Black"/>
                <a:ea typeface="Archivo Black"/>
                <a:cs typeface="Archivo Black"/>
                <a:sym typeface="Archivo Black"/>
              </a:rPr>
              <a:t>UNIT – II (PRESS SHOP)</a:t>
            </a:r>
          </a:p>
        </p:txBody>
      </p:sp>
      <p:sp>
        <p:nvSpPr>
          <p:cNvPr name="TextBox 22" id="22"/>
          <p:cNvSpPr txBox="true"/>
          <p:nvPr/>
        </p:nvSpPr>
        <p:spPr>
          <a:xfrm rot="0">
            <a:off x="14314533" y="7443012"/>
            <a:ext cx="1646115" cy="553036"/>
          </a:xfrm>
          <a:prstGeom prst="rect">
            <a:avLst/>
          </a:prstGeom>
        </p:spPr>
        <p:txBody>
          <a:bodyPr anchor="t" rtlCol="false" tIns="0" lIns="0" bIns="0" rIns="0">
            <a:spAutoFit/>
          </a:bodyPr>
          <a:lstStyle/>
          <a:p>
            <a:pPr algn="ctr">
              <a:lnSpc>
                <a:spcPts val="4473"/>
              </a:lnSpc>
              <a:spcBef>
                <a:spcPct val="0"/>
              </a:spcBef>
            </a:pPr>
            <a:r>
              <a:rPr lang="en-US" sz="3195">
                <a:solidFill>
                  <a:srgbClr val="000000"/>
                </a:solidFill>
                <a:latin typeface="Archivo Black"/>
                <a:ea typeface="Archivo Black"/>
                <a:cs typeface="Archivo Black"/>
                <a:sym typeface="Archivo Black"/>
              </a:rPr>
              <a:t>OFFICE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3025092" y="3792764"/>
            <a:ext cx="3513495" cy="971002"/>
          </a:xfrm>
          <a:custGeom>
            <a:avLst/>
            <a:gdLst/>
            <a:ahLst/>
            <a:cxnLst/>
            <a:rect r="r" b="b" t="t" l="l"/>
            <a:pathLst>
              <a:path h="971002" w="3513495">
                <a:moveTo>
                  <a:pt x="0" y="0"/>
                </a:moveTo>
                <a:lnTo>
                  <a:pt x="3513495" y="0"/>
                </a:lnTo>
                <a:lnTo>
                  <a:pt x="3513495" y="971003"/>
                </a:lnTo>
                <a:lnTo>
                  <a:pt x="0" y="9710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637806" y="3609767"/>
            <a:ext cx="3491751" cy="964993"/>
          </a:xfrm>
          <a:custGeom>
            <a:avLst/>
            <a:gdLst/>
            <a:ahLst/>
            <a:cxnLst/>
            <a:rect r="r" b="b" t="t" l="l"/>
            <a:pathLst>
              <a:path h="964993" w="3491751">
                <a:moveTo>
                  <a:pt x="0" y="0"/>
                </a:moveTo>
                <a:lnTo>
                  <a:pt x="3491751" y="0"/>
                </a:lnTo>
                <a:lnTo>
                  <a:pt x="3491751" y="964993"/>
                </a:lnTo>
                <a:lnTo>
                  <a:pt x="0" y="9649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8700" y="2450888"/>
            <a:ext cx="7506278" cy="7506278"/>
          </a:xfrm>
          <a:custGeom>
            <a:avLst/>
            <a:gdLst/>
            <a:ahLst/>
            <a:cxnLst/>
            <a:rect r="r" b="b" t="t" l="l"/>
            <a:pathLst>
              <a:path h="7506278" w="7506278">
                <a:moveTo>
                  <a:pt x="0" y="0"/>
                </a:moveTo>
                <a:lnTo>
                  <a:pt x="7506278" y="0"/>
                </a:lnTo>
                <a:lnTo>
                  <a:pt x="7506278" y="7506279"/>
                </a:lnTo>
                <a:lnTo>
                  <a:pt x="0" y="75062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786805" y="5206045"/>
            <a:ext cx="5990068" cy="3802252"/>
          </a:xfrm>
          <a:prstGeom prst="rect">
            <a:avLst/>
          </a:prstGeom>
        </p:spPr>
        <p:txBody>
          <a:bodyPr anchor="t" rtlCol="false" tIns="0" lIns="0" bIns="0" rIns="0">
            <a:spAutoFit/>
          </a:bodyPr>
          <a:lstStyle/>
          <a:p>
            <a:pPr algn="ctr">
              <a:lnSpc>
                <a:spcPts val="3790"/>
              </a:lnSpc>
            </a:pPr>
            <a:r>
              <a:rPr lang="en-US" sz="2707">
                <a:solidFill>
                  <a:srgbClr val="01070A"/>
                </a:solidFill>
                <a:latin typeface="Dosis"/>
                <a:ea typeface="Dosis"/>
                <a:cs typeface="Dosis"/>
                <a:sym typeface="Dosis"/>
              </a:rPr>
              <a:t>In both design and manufacture, Dynamic Tooling Systems ranks among advanced ranks of automobile accessories development. Providing a series of services such as design, sample processing and development for customers in India, it has become a supplier of many automobile manufacturers in India.</a:t>
            </a:r>
          </a:p>
        </p:txBody>
      </p:sp>
      <p:sp>
        <p:nvSpPr>
          <p:cNvPr name="TextBox 7" id="7"/>
          <p:cNvSpPr txBox="true"/>
          <p:nvPr/>
        </p:nvSpPr>
        <p:spPr>
          <a:xfrm rot="0">
            <a:off x="10473991" y="4719832"/>
            <a:ext cx="5819380" cy="4771680"/>
          </a:xfrm>
          <a:prstGeom prst="rect">
            <a:avLst/>
          </a:prstGeom>
        </p:spPr>
        <p:txBody>
          <a:bodyPr anchor="t" rtlCol="false" tIns="0" lIns="0" bIns="0" rIns="0">
            <a:spAutoFit/>
          </a:bodyPr>
          <a:lstStyle/>
          <a:p>
            <a:pPr algn="ctr">
              <a:lnSpc>
                <a:spcPts val="3810"/>
              </a:lnSpc>
            </a:pPr>
            <a:r>
              <a:rPr lang="en-US" sz="2721">
                <a:solidFill>
                  <a:srgbClr val="01070A"/>
                </a:solidFill>
                <a:latin typeface="Dosis"/>
                <a:ea typeface="Dosis"/>
                <a:cs typeface="Dosis"/>
                <a:sym typeface="Dosis"/>
              </a:rPr>
              <a:t>The development of company has more enthusiastic senior experts in the industry, with a team of experienced, comprehensive, dedicated engineers and technicians. So that the company has a strong technical development capacity, according to customer requirements, design of high quality and high precision products.</a:t>
            </a:r>
          </a:p>
          <a:p>
            <a:pPr algn="ctr">
              <a:lnSpc>
                <a:spcPts val="3810"/>
              </a:lnSpc>
            </a:pPr>
            <a:r>
              <a:rPr lang="en-US" sz="2721">
                <a:solidFill>
                  <a:srgbClr val="01070A"/>
                </a:solidFill>
                <a:latin typeface="Dosis"/>
                <a:ea typeface="Dosis"/>
                <a:cs typeface="Dosis"/>
                <a:sym typeface="Dosis"/>
              </a:rPr>
              <a:t>            </a:t>
            </a:r>
          </a:p>
          <a:p>
            <a:pPr algn="ctr">
              <a:lnSpc>
                <a:spcPts val="3810"/>
              </a:lnSpc>
            </a:pPr>
          </a:p>
        </p:txBody>
      </p:sp>
      <p:sp>
        <p:nvSpPr>
          <p:cNvPr name="TextBox 8" id="8"/>
          <p:cNvSpPr txBox="true"/>
          <p:nvPr/>
        </p:nvSpPr>
        <p:spPr>
          <a:xfrm rot="0">
            <a:off x="4313877" y="547083"/>
            <a:ext cx="9660245" cy="1227531"/>
          </a:xfrm>
          <a:prstGeom prst="rect">
            <a:avLst/>
          </a:prstGeom>
        </p:spPr>
        <p:txBody>
          <a:bodyPr anchor="t" rtlCol="false" tIns="0" lIns="0" bIns="0" rIns="0">
            <a:spAutoFit/>
          </a:bodyPr>
          <a:lstStyle/>
          <a:p>
            <a:pPr algn="ctr" marL="0" indent="0" lvl="0">
              <a:lnSpc>
                <a:spcPts val="10011"/>
              </a:lnSpc>
              <a:spcBef>
                <a:spcPct val="0"/>
              </a:spcBef>
            </a:pPr>
            <a:r>
              <a:rPr lang="en-US" sz="7151">
                <a:solidFill>
                  <a:srgbClr val="01070A"/>
                </a:solidFill>
                <a:latin typeface="Carelia"/>
                <a:ea typeface="Carelia"/>
                <a:cs typeface="Carelia"/>
                <a:sym typeface="Carelia"/>
              </a:rPr>
              <a:t>OUR SERVICES</a:t>
            </a:r>
          </a:p>
        </p:txBody>
      </p:sp>
      <p:sp>
        <p:nvSpPr>
          <p:cNvPr name="TextBox 9" id="9"/>
          <p:cNvSpPr txBox="true"/>
          <p:nvPr/>
        </p:nvSpPr>
        <p:spPr>
          <a:xfrm rot="0">
            <a:off x="2788359" y="3737834"/>
            <a:ext cx="3986961" cy="1025932"/>
          </a:xfrm>
          <a:prstGeom prst="rect">
            <a:avLst/>
          </a:prstGeom>
        </p:spPr>
        <p:txBody>
          <a:bodyPr anchor="t" rtlCol="false" tIns="0" lIns="0" bIns="0" rIns="0">
            <a:spAutoFit/>
          </a:bodyPr>
          <a:lstStyle/>
          <a:p>
            <a:pPr algn="ctr" marL="0" indent="0" lvl="0">
              <a:lnSpc>
                <a:spcPts val="8391"/>
              </a:lnSpc>
              <a:spcBef>
                <a:spcPct val="0"/>
              </a:spcBef>
            </a:pPr>
            <a:r>
              <a:rPr lang="en-US" sz="5993">
                <a:solidFill>
                  <a:srgbClr val="01070A"/>
                </a:solidFill>
                <a:latin typeface="Carelia"/>
                <a:ea typeface="Carelia"/>
                <a:cs typeface="Carelia"/>
                <a:sym typeface="Carelia"/>
              </a:rPr>
              <a:t>PRODUCT</a:t>
            </a:r>
          </a:p>
        </p:txBody>
      </p:sp>
      <p:sp>
        <p:nvSpPr>
          <p:cNvPr name="TextBox 10" id="10"/>
          <p:cNvSpPr txBox="true"/>
          <p:nvPr/>
        </p:nvSpPr>
        <p:spPr>
          <a:xfrm rot="0">
            <a:off x="10679714" y="3603947"/>
            <a:ext cx="5407935" cy="2222245"/>
          </a:xfrm>
          <a:prstGeom prst="rect">
            <a:avLst/>
          </a:prstGeom>
        </p:spPr>
        <p:txBody>
          <a:bodyPr anchor="t" rtlCol="false" tIns="0" lIns="0" bIns="0" rIns="0">
            <a:spAutoFit/>
          </a:bodyPr>
          <a:lstStyle/>
          <a:p>
            <a:pPr algn="ctr">
              <a:lnSpc>
                <a:spcPts val="8913"/>
              </a:lnSpc>
            </a:pPr>
            <a:r>
              <a:rPr lang="en-US" sz="6366">
                <a:solidFill>
                  <a:srgbClr val="01070A"/>
                </a:solidFill>
                <a:latin typeface="Carelia"/>
                <a:ea typeface="Carelia"/>
                <a:cs typeface="Carelia"/>
                <a:sym typeface="Carelia"/>
              </a:rPr>
              <a:t>QUALITY</a:t>
            </a:r>
          </a:p>
          <a:p>
            <a:pPr algn="ctr" marL="0" indent="0" lvl="0">
              <a:lnSpc>
                <a:spcPts val="8913"/>
              </a:lnSpc>
              <a:spcBef>
                <a:spcPct val="0"/>
              </a:spcBef>
            </a:pPr>
          </a:p>
        </p:txBody>
      </p:sp>
      <p:sp>
        <p:nvSpPr>
          <p:cNvPr name="Freeform 11" id="11"/>
          <p:cNvSpPr/>
          <p:nvPr/>
        </p:nvSpPr>
        <p:spPr>
          <a:xfrm flipH="false" flipV="false" rot="0">
            <a:off x="9751094" y="2571440"/>
            <a:ext cx="7265175" cy="7265175"/>
          </a:xfrm>
          <a:custGeom>
            <a:avLst/>
            <a:gdLst/>
            <a:ahLst/>
            <a:cxnLst/>
            <a:rect r="r" b="b" t="t" l="l"/>
            <a:pathLst>
              <a:path h="7265175" w="7265175">
                <a:moveTo>
                  <a:pt x="0" y="0"/>
                </a:moveTo>
                <a:lnTo>
                  <a:pt x="7265175" y="0"/>
                </a:lnTo>
                <a:lnTo>
                  <a:pt x="7265175" y="7265175"/>
                </a:lnTo>
                <a:lnTo>
                  <a:pt x="0" y="72651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2673579" y="1917848"/>
            <a:ext cx="15201903" cy="8551071"/>
          </a:xfrm>
          <a:custGeom>
            <a:avLst/>
            <a:gdLst/>
            <a:ahLst/>
            <a:cxnLst/>
            <a:rect r="r" b="b" t="t" l="l"/>
            <a:pathLst>
              <a:path h="8551071" w="15201903">
                <a:moveTo>
                  <a:pt x="0" y="0"/>
                </a:moveTo>
                <a:lnTo>
                  <a:pt x="15201904" y="0"/>
                </a:lnTo>
                <a:lnTo>
                  <a:pt x="15201904" y="8551071"/>
                </a:lnTo>
                <a:lnTo>
                  <a:pt x="0" y="8551071"/>
                </a:lnTo>
                <a:lnTo>
                  <a:pt x="0" y="0"/>
                </a:lnTo>
                <a:close/>
              </a:path>
            </a:pathLst>
          </a:custGeom>
          <a:blipFill>
            <a:blip r:embed="rId3"/>
            <a:stretch>
              <a:fillRect l="-49118" t="0" r="-49118" b="0"/>
            </a:stretch>
          </a:blipFill>
        </p:spPr>
      </p:sp>
      <p:sp>
        <p:nvSpPr>
          <p:cNvPr name="AutoShape 4" id="4"/>
          <p:cNvSpPr/>
          <p:nvPr/>
        </p:nvSpPr>
        <p:spPr>
          <a:xfrm rot="-1753206">
            <a:off x="956525" y="4257915"/>
            <a:ext cx="25783492" cy="9586163"/>
          </a:xfrm>
          <a:prstGeom prst="rect">
            <a:avLst/>
          </a:prstGeom>
          <a:solidFill>
            <a:srgbClr val="545454">
              <a:alpha val="4706"/>
            </a:srgbClr>
          </a:solidFill>
        </p:spPr>
      </p:sp>
      <p:grpSp>
        <p:nvGrpSpPr>
          <p:cNvPr name="Group 5" id="5"/>
          <p:cNvGrpSpPr/>
          <p:nvPr/>
        </p:nvGrpSpPr>
        <p:grpSpPr>
          <a:xfrm rot="0">
            <a:off x="9597576" y="-1921917"/>
            <a:ext cx="16230600" cy="16230600"/>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63F6B"/>
            </a:solidFill>
          </p:spPr>
        </p:sp>
      </p:grpSp>
      <p:grpSp>
        <p:nvGrpSpPr>
          <p:cNvPr name="Group 7" id="7"/>
          <p:cNvGrpSpPr/>
          <p:nvPr/>
        </p:nvGrpSpPr>
        <p:grpSpPr>
          <a:xfrm rot="0">
            <a:off x="10072386" y="932259"/>
            <a:ext cx="12008422" cy="12008374"/>
            <a:chOff x="0" y="0"/>
            <a:chExt cx="6350000" cy="6349975"/>
          </a:xfrm>
        </p:grpSpPr>
        <p:sp>
          <p:nvSpPr>
            <p:cNvPr name="Freeform 8" id="8"/>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71569" t="0" r="-12056" b="0"/>
              </a:stretch>
            </a:blipFill>
          </p:spPr>
        </p:sp>
      </p:grpSp>
      <p:sp>
        <p:nvSpPr>
          <p:cNvPr name="Freeform 9" id="9"/>
          <p:cNvSpPr/>
          <p:nvPr/>
        </p:nvSpPr>
        <p:spPr>
          <a:xfrm flipH="false" flipV="false" rot="0">
            <a:off x="450053" y="412214"/>
            <a:ext cx="1783058" cy="295015"/>
          </a:xfrm>
          <a:custGeom>
            <a:avLst/>
            <a:gdLst/>
            <a:ahLst/>
            <a:cxnLst/>
            <a:rect r="r" b="b" t="t" l="l"/>
            <a:pathLst>
              <a:path h="295015" w="1783058">
                <a:moveTo>
                  <a:pt x="0" y="0"/>
                </a:moveTo>
                <a:lnTo>
                  <a:pt x="1783058" y="0"/>
                </a:lnTo>
                <a:lnTo>
                  <a:pt x="1783058" y="295015"/>
                </a:lnTo>
                <a:lnTo>
                  <a:pt x="0" y="2950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57170" y="1420345"/>
            <a:ext cx="10861755" cy="2670328"/>
          </a:xfrm>
          <a:prstGeom prst="rect">
            <a:avLst/>
          </a:prstGeom>
        </p:spPr>
        <p:txBody>
          <a:bodyPr anchor="t" rtlCol="false" tIns="0" lIns="0" bIns="0" rIns="0">
            <a:spAutoFit/>
          </a:bodyPr>
          <a:lstStyle/>
          <a:p>
            <a:pPr algn="l">
              <a:lnSpc>
                <a:spcPts val="10331"/>
              </a:lnSpc>
            </a:pPr>
            <a:r>
              <a:rPr lang="en-US" b="true" sz="10542" i="true" spc="-622">
                <a:solidFill>
                  <a:srgbClr val="263F6B"/>
                </a:solidFill>
                <a:latin typeface="Montserrat Ultra-Bold Italics"/>
                <a:ea typeface="Montserrat Ultra-Bold Italics"/>
                <a:cs typeface="Montserrat Ultra-Bold Italics"/>
                <a:sym typeface="Montserrat Ultra-Bold Italics"/>
              </a:rPr>
              <a:t>OUR </a:t>
            </a:r>
          </a:p>
          <a:p>
            <a:pPr algn="l">
              <a:lnSpc>
                <a:spcPts val="10331"/>
              </a:lnSpc>
            </a:pPr>
            <a:r>
              <a:rPr lang="en-US" b="true" sz="10542" i="true" spc="-622">
                <a:solidFill>
                  <a:srgbClr val="263F6B"/>
                </a:solidFill>
                <a:latin typeface="Montserrat Ultra-Bold Italics"/>
                <a:ea typeface="Montserrat Ultra-Bold Italics"/>
                <a:cs typeface="Montserrat Ultra-Bold Italics"/>
                <a:sym typeface="Montserrat Ultra-Bold Italics"/>
              </a:rPr>
              <a:t>MISSON</a:t>
            </a:r>
          </a:p>
        </p:txBody>
      </p:sp>
      <p:sp>
        <p:nvSpPr>
          <p:cNvPr name="TextBox 11" id="11"/>
          <p:cNvSpPr txBox="true"/>
          <p:nvPr/>
        </p:nvSpPr>
        <p:spPr>
          <a:xfrm rot="0">
            <a:off x="257170" y="4251340"/>
            <a:ext cx="9340405" cy="5274011"/>
          </a:xfrm>
          <a:prstGeom prst="rect">
            <a:avLst/>
          </a:prstGeom>
        </p:spPr>
        <p:txBody>
          <a:bodyPr anchor="t" rtlCol="false" tIns="0" lIns="0" bIns="0" rIns="0">
            <a:spAutoFit/>
          </a:bodyPr>
          <a:lstStyle/>
          <a:p>
            <a:pPr algn="l">
              <a:lnSpc>
                <a:spcPts val="7119"/>
              </a:lnSpc>
            </a:pPr>
            <a:r>
              <a:rPr lang="en-US" sz="3164" spc="63" b="true">
                <a:solidFill>
                  <a:srgbClr val="171717"/>
                </a:solidFill>
                <a:latin typeface="Lato Bold"/>
                <a:ea typeface="Lato Bold"/>
                <a:cs typeface="Lato Bold"/>
                <a:sym typeface="Lato Bold"/>
              </a:rPr>
              <a:t>Looking forward to the future, the company in line with the “people oriented”, “sincere faith”, “quality win” spirit of enterprise, to become the global automotive refitting industry leader goal, to provide customers with quality products and services unremitting efforts.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0244031" y="365616"/>
            <a:ext cx="7552963" cy="9670195"/>
          </a:xfrm>
          <a:custGeom>
            <a:avLst/>
            <a:gdLst/>
            <a:ahLst/>
            <a:cxnLst/>
            <a:rect r="r" b="b" t="t" l="l"/>
            <a:pathLst>
              <a:path h="9670195" w="7552963">
                <a:moveTo>
                  <a:pt x="0" y="0"/>
                </a:moveTo>
                <a:lnTo>
                  <a:pt x="7552963" y="0"/>
                </a:lnTo>
                <a:lnTo>
                  <a:pt x="7552963" y="9670195"/>
                </a:lnTo>
                <a:lnTo>
                  <a:pt x="0" y="9670195"/>
                </a:lnTo>
                <a:lnTo>
                  <a:pt x="0" y="0"/>
                </a:lnTo>
                <a:close/>
              </a:path>
            </a:pathLst>
          </a:custGeom>
          <a:blipFill>
            <a:blip r:embed="rId3"/>
            <a:stretch>
              <a:fillRect l="0" t="0" r="0" b="0"/>
            </a:stretch>
          </a:blipFill>
        </p:spPr>
      </p:sp>
      <p:grpSp>
        <p:nvGrpSpPr>
          <p:cNvPr name="Group 4" id="4"/>
          <p:cNvGrpSpPr/>
          <p:nvPr/>
        </p:nvGrpSpPr>
        <p:grpSpPr>
          <a:xfrm rot="0">
            <a:off x="1549259" y="2346633"/>
            <a:ext cx="7594741" cy="75947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3333" t="0" r="0" b="0"/>
              </a:stretch>
            </a:blipFill>
          </p:spPr>
        </p:sp>
      </p:grpSp>
      <p:sp>
        <p:nvSpPr>
          <p:cNvPr name="TextBox 6" id="6"/>
          <p:cNvSpPr txBox="true"/>
          <p:nvPr/>
        </p:nvSpPr>
        <p:spPr>
          <a:xfrm rot="0">
            <a:off x="2624210" y="411338"/>
            <a:ext cx="5051028" cy="1110899"/>
          </a:xfrm>
          <a:prstGeom prst="rect">
            <a:avLst/>
          </a:prstGeom>
        </p:spPr>
        <p:txBody>
          <a:bodyPr anchor="t" rtlCol="false" tIns="0" lIns="0" bIns="0" rIns="0">
            <a:spAutoFit/>
          </a:bodyPr>
          <a:lstStyle/>
          <a:p>
            <a:pPr algn="ctr">
              <a:lnSpc>
                <a:spcPts val="9119"/>
              </a:lnSpc>
            </a:pPr>
            <a:r>
              <a:rPr lang="en-US" sz="6513" b="true">
                <a:solidFill>
                  <a:srgbClr val="000000"/>
                </a:solidFill>
                <a:latin typeface="Canva Sans Bold"/>
                <a:ea typeface="Canva Sans Bold"/>
                <a:cs typeface="Canva Sans Bold"/>
                <a:sym typeface="Canva Sans Bold"/>
              </a:rPr>
              <a:t>TOOL ROOM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2480696" y="2303613"/>
            <a:ext cx="24170936" cy="8551071"/>
          </a:xfrm>
          <a:custGeom>
            <a:avLst/>
            <a:gdLst/>
            <a:ahLst/>
            <a:cxnLst/>
            <a:rect r="r" b="b" t="t" l="l"/>
            <a:pathLst>
              <a:path h="8551071" w="24170936">
                <a:moveTo>
                  <a:pt x="0" y="0"/>
                </a:moveTo>
                <a:lnTo>
                  <a:pt x="24170936" y="0"/>
                </a:lnTo>
                <a:lnTo>
                  <a:pt x="24170936" y="8551070"/>
                </a:lnTo>
                <a:lnTo>
                  <a:pt x="0" y="8551070"/>
                </a:lnTo>
                <a:lnTo>
                  <a:pt x="0" y="0"/>
                </a:lnTo>
                <a:close/>
              </a:path>
            </a:pathLst>
          </a:custGeom>
          <a:blipFill>
            <a:blip r:embed="rId3"/>
            <a:stretch>
              <a:fillRect l="-32939" t="-3312" r="0" b="-3312"/>
            </a:stretch>
          </a:blipFill>
        </p:spPr>
      </p:sp>
      <p:grpSp>
        <p:nvGrpSpPr>
          <p:cNvPr name="Group 4" id="4"/>
          <p:cNvGrpSpPr/>
          <p:nvPr/>
        </p:nvGrpSpPr>
        <p:grpSpPr>
          <a:xfrm rot="0">
            <a:off x="613750" y="986145"/>
            <a:ext cx="8272155" cy="827215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21526" y="0"/>
                  </a:moveTo>
                  <a:lnTo>
                    <a:pt x="791274" y="0"/>
                  </a:lnTo>
                  <a:cubicBezTo>
                    <a:pt x="803163" y="0"/>
                    <a:pt x="812800" y="9637"/>
                    <a:pt x="812800" y="21526"/>
                  </a:cubicBezTo>
                  <a:lnTo>
                    <a:pt x="812800" y="791274"/>
                  </a:lnTo>
                  <a:cubicBezTo>
                    <a:pt x="812800" y="803163"/>
                    <a:pt x="803163" y="812800"/>
                    <a:pt x="791274" y="812800"/>
                  </a:cubicBezTo>
                  <a:lnTo>
                    <a:pt x="21526" y="812800"/>
                  </a:lnTo>
                  <a:cubicBezTo>
                    <a:pt x="9637" y="812800"/>
                    <a:pt x="0" y="803163"/>
                    <a:pt x="0" y="791274"/>
                  </a:cubicBezTo>
                  <a:lnTo>
                    <a:pt x="0" y="21526"/>
                  </a:lnTo>
                  <a:cubicBezTo>
                    <a:pt x="0" y="9637"/>
                    <a:pt x="9637" y="0"/>
                    <a:pt x="21526" y="0"/>
                  </a:cubicBezTo>
                  <a:close/>
                </a:path>
              </a:pathLst>
            </a:custGeom>
            <a:blipFill>
              <a:blip r:embed="rId4"/>
              <a:stretch>
                <a:fillRect l="-16666" t="0" r="-16666" b="0"/>
              </a:stretch>
            </a:blipFill>
          </p:spPr>
        </p:sp>
      </p:grpSp>
      <p:grpSp>
        <p:nvGrpSpPr>
          <p:cNvPr name="Group 6" id="6"/>
          <p:cNvGrpSpPr>
            <a:grpSpLocks noChangeAspect="true"/>
          </p:cNvGrpSpPr>
          <p:nvPr/>
        </p:nvGrpSpPr>
        <p:grpSpPr>
          <a:xfrm rot="0">
            <a:off x="10269315" y="495754"/>
            <a:ext cx="6669193" cy="9252936"/>
            <a:chOff x="0" y="0"/>
            <a:chExt cx="3350260" cy="4648200"/>
          </a:xfrm>
        </p:grpSpPr>
        <p:sp>
          <p:nvSpPr>
            <p:cNvPr name="Freeform 7" id="7"/>
            <p:cNvSpPr/>
            <p:nvPr/>
          </p:nvSpPr>
          <p:spPr>
            <a:xfrm flipH="false" flipV="false" rot="0">
              <a:off x="0" y="0"/>
              <a:ext cx="3314700" cy="2186940"/>
            </a:xfrm>
            <a:custGeom>
              <a:avLst/>
              <a:gdLst/>
              <a:ahLst/>
              <a:cxnLst/>
              <a:rect r="r" b="b" t="t" l="l"/>
              <a:pathLst>
                <a:path h="2186940" w="3314700">
                  <a:moveTo>
                    <a:pt x="3282950" y="0"/>
                  </a:moveTo>
                  <a:lnTo>
                    <a:pt x="1334770" y="0"/>
                  </a:lnTo>
                  <a:cubicBezTo>
                    <a:pt x="890270" y="17780"/>
                    <a:pt x="445770" y="53340"/>
                    <a:pt x="0" y="55880"/>
                  </a:cubicBezTo>
                  <a:cubicBezTo>
                    <a:pt x="2540" y="410210"/>
                    <a:pt x="20320" y="844550"/>
                    <a:pt x="39370" y="1198880"/>
                  </a:cubicBezTo>
                  <a:cubicBezTo>
                    <a:pt x="55880" y="1518920"/>
                    <a:pt x="72390" y="1838960"/>
                    <a:pt x="76200" y="2160270"/>
                  </a:cubicBezTo>
                  <a:cubicBezTo>
                    <a:pt x="294640" y="2159000"/>
                    <a:pt x="514350" y="2156460"/>
                    <a:pt x="732790" y="2152650"/>
                  </a:cubicBezTo>
                  <a:cubicBezTo>
                    <a:pt x="1225550" y="2145030"/>
                    <a:pt x="1718310" y="2137410"/>
                    <a:pt x="2211070" y="2151380"/>
                  </a:cubicBezTo>
                  <a:cubicBezTo>
                    <a:pt x="2579370" y="2161540"/>
                    <a:pt x="2946400" y="2186940"/>
                    <a:pt x="3314700" y="2184400"/>
                  </a:cubicBezTo>
                  <a:cubicBezTo>
                    <a:pt x="3314700" y="2142490"/>
                    <a:pt x="3313430" y="2100580"/>
                    <a:pt x="3313430" y="2058670"/>
                  </a:cubicBezTo>
                  <a:cubicBezTo>
                    <a:pt x="3305810" y="1399540"/>
                    <a:pt x="3284220" y="660400"/>
                    <a:pt x="3282950" y="0"/>
                  </a:cubicBezTo>
                  <a:close/>
                </a:path>
              </a:pathLst>
            </a:custGeom>
            <a:blipFill>
              <a:blip r:embed="rId5"/>
              <a:stretch>
                <a:fillRect l="0" t="-6899" r="0" b="-6899"/>
              </a:stretch>
            </a:blipFill>
          </p:spPr>
        </p:sp>
        <p:sp>
          <p:nvSpPr>
            <p:cNvPr name="Freeform 8" id="8"/>
            <p:cNvSpPr/>
            <p:nvPr/>
          </p:nvSpPr>
          <p:spPr>
            <a:xfrm flipH="false" flipV="false" rot="0">
              <a:off x="57150" y="2434590"/>
              <a:ext cx="3294380" cy="2214880"/>
            </a:xfrm>
            <a:custGeom>
              <a:avLst/>
              <a:gdLst/>
              <a:ahLst/>
              <a:cxnLst/>
              <a:rect r="r" b="b" t="t" l="l"/>
              <a:pathLst>
                <a:path h="2214880" w="3294380">
                  <a:moveTo>
                    <a:pt x="3275330" y="1115060"/>
                  </a:moveTo>
                  <a:cubicBezTo>
                    <a:pt x="3266440" y="949960"/>
                    <a:pt x="3263900" y="784860"/>
                    <a:pt x="3262630" y="619760"/>
                  </a:cubicBezTo>
                  <a:cubicBezTo>
                    <a:pt x="3260090" y="426720"/>
                    <a:pt x="3260090" y="233680"/>
                    <a:pt x="3260090" y="41910"/>
                  </a:cubicBezTo>
                  <a:cubicBezTo>
                    <a:pt x="3105150" y="43180"/>
                    <a:pt x="2950210" y="39370"/>
                    <a:pt x="2795270" y="34290"/>
                  </a:cubicBezTo>
                  <a:cubicBezTo>
                    <a:pt x="2550160" y="26670"/>
                    <a:pt x="2303780" y="11430"/>
                    <a:pt x="2058670" y="6350"/>
                  </a:cubicBezTo>
                  <a:cubicBezTo>
                    <a:pt x="1812290" y="1270"/>
                    <a:pt x="1565910" y="0"/>
                    <a:pt x="1319530" y="2540"/>
                  </a:cubicBezTo>
                  <a:cubicBezTo>
                    <a:pt x="886460" y="5080"/>
                    <a:pt x="454660" y="15240"/>
                    <a:pt x="21590" y="17780"/>
                  </a:cubicBezTo>
                  <a:cubicBezTo>
                    <a:pt x="20320" y="285750"/>
                    <a:pt x="13970" y="553720"/>
                    <a:pt x="8890" y="820420"/>
                  </a:cubicBezTo>
                  <a:cubicBezTo>
                    <a:pt x="5080" y="993140"/>
                    <a:pt x="2540" y="1165860"/>
                    <a:pt x="0" y="1338580"/>
                  </a:cubicBezTo>
                  <a:lnTo>
                    <a:pt x="0" y="1414780"/>
                  </a:lnTo>
                  <a:cubicBezTo>
                    <a:pt x="8890" y="1676400"/>
                    <a:pt x="21590" y="1938020"/>
                    <a:pt x="30480" y="2199640"/>
                  </a:cubicBezTo>
                  <a:cubicBezTo>
                    <a:pt x="419100" y="2200910"/>
                    <a:pt x="807720" y="2212340"/>
                    <a:pt x="1196340" y="2214880"/>
                  </a:cubicBezTo>
                  <a:cubicBezTo>
                    <a:pt x="1280160" y="2211070"/>
                    <a:pt x="1363980" y="2207260"/>
                    <a:pt x="1447800" y="2204720"/>
                  </a:cubicBezTo>
                  <a:cubicBezTo>
                    <a:pt x="1714500" y="2197100"/>
                    <a:pt x="1982470" y="2199640"/>
                    <a:pt x="2249170" y="2198370"/>
                  </a:cubicBezTo>
                  <a:lnTo>
                    <a:pt x="3294380" y="2190750"/>
                  </a:lnTo>
                  <a:lnTo>
                    <a:pt x="3294380" y="1358900"/>
                  </a:lnTo>
                  <a:cubicBezTo>
                    <a:pt x="3285489" y="1276350"/>
                    <a:pt x="3279139" y="1196340"/>
                    <a:pt x="3275330" y="1115060"/>
                  </a:cubicBezTo>
                  <a:close/>
                </a:path>
              </a:pathLst>
            </a:custGeom>
            <a:blipFill>
              <a:blip r:embed="rId6"/>
              <a:stretch>
                <a:fillRect l="0" t="-5808" r="0" b="-5808"/>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2673579" y="-8047744"/>
            <a:ext cx="25681848" cy="18516662"/>
          </a:xfrm>
          <a:custGeom>
            <a:avLst/>
            <a:gdLst/>
            <a:ahLst/>
            <a:cxnLst/>
            <a:rect r="r" b="b" t="t" l="l"/>
            <a:pathLst>
              <a:path h="18516662" w="25681848">
                <a:moveTo>
                  <a:pt x="0" y="0"/>
                </a:moveTo>
                <a:lnTo>
                  <a:pt x="25681849" y="0"/>
                </a:lnTo>
                <a:lnTo>
                  <a:pt x="25681849" y="18516663"/>
                </a:lnTo>
                <a:lnTo>
                  <a:pt x="0" y="18516663"/>
                </a:lnTo>
                <a:lnTo>
                  <a:pt x="0" y="0"/>
                </a:lnTo>
                <a:close/>
              </a:path>
            </a:pathLst>
          </a:custGeom>
          <a:blipFill>
            <a:blip r:embed="rId3"/>
            <a:stretch>
              <a:fillRect l="-118407" t="0" r="-51524" b="-6231"/>
            </a:stretch>
          </a:blipFill>
        </p:spPr>
      </p:sp>
      <p:grpSp>
        <p:nvGrpSpPr>
          <p:cNvPr name="Group 4" id="4"/>
          <p:cNvGrpSpPr>
            <a:grpSpLocks noChangeAspect="true"/>
          </p:cNvGrpSpPr>
          <p:nvPr/>
        </p:nvGrpSpPr>
        <p:grpSpPr>
          <a:xfrm rot="0">
            <a:off x="335526" y="4251807"/>
            <a:ext cx="7343636" cy="6035193"/>
            <a:chOff x="0" y="0"/>
            <a:chExt cx="5702300" cy="4686300"/>
          </a:xfrm>
        </p:grpSpPr>
        <p:sp>
          <p:nvSpPr>
            <p:cNvPr name="Freeform 5" id="5"/>
            <p:cNvSpPr/>
            <p:nvPr/>
          </p:nvSpPr>
          <p:spPr>
            <a:xfrm flipH="false" flipV="false" rot="0">
              <a:off x="0" y="3797300"/>
              <a:ext cx="5702300" cy="889000"/>
            </a:xfrm>
            <a:custGeom>
              <a:avLst/>
              <a:gdLst/>
              <a:ahLst/>
              <a:cxnLst/>
              <a:rect r="r" b="b" t="t" l="l"/>
              <a:pathLst>
                <a:path h="889000" w="5702300">
                  <a:moveTo>
                    <a:pt x="0" y="0"/>
                  </a:moveTo>
                  <a:lnTo>
                    <a:pt x="0" y="774700"/>
                  </a:lnTo>
                  <a:cubicBezTo>
                    <a:pt x="0" y="838200"/>
                    <a:pt x="50800" y="889000"/>
                    <a:pt x="114300" y="889000"/>
                  </a:cubicBezTo>
                  <a:lnTo>
                    <a:pt x="5588000" y="889000"/>
                  </a:lnTo>
                  <a:cubicBezTo>
                    <a:pt x="5651500" y="889000"/>
                    <a:pt x="5702300" y="838200"/>
                    <a:pt x="5702300" y="774700"/>
                  </a:cubicBezTo>
                  <a:lnTo>
                    <a:pt x="5702300" y="0"/>
                  </a:lnTo>
                  <a:lnTo>
                    <a:pt x="0" y="0"/>
                  </a:lnTo>
                  <a:close/>
                </a:path>
              </a:pathLst>
            </a:custGeom>
            <a:solidFill>
              <a:srgbClr val="F2F4F5"/>
            </a:solidFill>
          </p:spPr>
        </p:sp>
        <p:sp>
          <p:nvSpPr>
            <p:cNvPr name="Freeform 6" id="6"/>
            <p:cNvSpPr/>
            <p:nvPr/>
          </p:nvSpPr>
          <p:spPr>
            <a:xfrm flipH="false" flipV="false" rot="0">
              <a:off x="0" y="0"/>
              <a:ext cx="5702300" cy="3797300"/>
            </a:xfrm>
            <a:custGeom>
              <a:avLst/>
              <a:gdLst/>
              <a:ahLst/>
              <a:cxnLst/>
              <a:rect r="r" b="b" t="t" l="l"/>
              <a:pathLst>
                <a:path h="3797300" w="5702300">
                  <a:moveTo>
                    <a:pt x="5588000" y="0"/>
                  </a:moveTo>
                  <a:lnTo>
                    <a:pt x="114300" y="0"/>
                  </a:lnTo>
                  <a:cubicBezTo>
                    <a:pt x="50800" y="0"/>
                    <a:pt x="0" y="50800"/>
                    <a:pt x="0" y="114300"/>
                  </a:cubicBezTo>
                  <a:lnTo>
                    <a:pt x="0" y="3797300"/>
                  </a:lnTo>
                  <a:lnTo>
                    <a:pt x="5702300" y="3797300"/>
                  </a:lnTo>
                  <a:lnTo>
                    <a:pt x="5702300" y="114300"/>
                  </a:lnTo>
                  <a:cubicBezTo>
                    <a:pt x="5702300" y="50800"/>
                    <a:pt x="5651500" y="0"/>
                    <a:pt x="5588000" y="0"/>
                  </a:cubicBezTo>
                  <a:close/>
                </a:path>
              </a:pathLst>
            </a:custGeom>
            <a:blipFill>
              <a:blip r:embed="rId4"/>
              <a:stretch>
                <a:fillRect l="-10332" t="0" r="-10332" b="0"/>
              </a:stretch>
            </a:blipFill>
          </p:spPr>
        </p:sp>
      </p:grpSp>
      <p:grpSp>
        <p:nvGrpSpPr>
          <p:cNvPr name="Group 7" id="7"/>
          <p:cNvGrpSpPr>
            <a:grpSpLocks noChangeAspect="true"/>
          </p:cNvGrpSpPr>
          <p:nvPr/>
        </p:nvGrpSpPr>
        <p:grpSpPr>
          <a:xfrm rot="0">
            <a:off x="10640901" y="4251807"/>
            <a:ext cx="7343636" cy="6035193"/>
            <a:chOff x="0" y="0"/>
            <a:chExt cx="5702300" cy="4686300"/>
          </a:xfrm>
        </p:grpSpPr>
        <p:sp>
          <p:nvSpPr>
            <p:cNvPr name="Freeform 8" id="8"/>
            <p:cNvSpPr/>
            <p:nvPr/>
          </p:nvSpPr>
          <p:spPr>
            <a:xfrm flipH="false" flipV="false" rot="0">
              <a:off x="0" y="3797300"/>
              <a:ext cx="5702300" cy="889000"/>
            </a:xfrm>
            <a:custGeom>
              <a:avLst/>
              <a:gdLst/>
              <a:ahLst/>
              <a:cxnLst/>
              <a:rect r="r" b="b" t="t" l="l"/>
              <a:pathLst>
                <a:path h="889000" w="5702300">
                  <a:moveTo>
                    <a:pt x="0" y="0"/>
                  </a:moveTo>
                  <a:lnTo>
                    <a:pt x="0" y="774700"/>
                  </a:lnTo>
                  <a:cubicBezTo>
                    <a:pt x="0" y="838200"/>
                    <a:pt x="50800" y="889000"/>
                    <a:pt x="114300" y="889000"/>
                  </a:cubicBezTo>
                  <a:lnTo>
                    <a:pt x="5588000" y="889000"/>
                  </a:lnTo>
                  <a:cubicBezTo>
                    <a:pt x="5651500" y="889000"/>
                    <a:pt x="5702300" y="838200"/>
                    <a:pt x="5702300" y="774700"/>
                  </a:cubicBezTo>
                  <a:lnTo>
                    <a:pt x="5702300" y="0"/>
                  </a:lnTo>
                  <a:lnTo>
                    <a:pt x="0" y="0"/>
                  </a:lnTo>
                  <a:close/>
                </a:path>
              </a:pathLst>
            </a:custGeom>
            <a:solidFill>
              <a:srgbClr val="FFFFFF"/>
            </a:solidFill>
          </p:spPr>
        </p:sp>
        <p:sp>
          <p:nvSpPr>
            <p:cNvPr name="Freeform 9" id="9"/>
            <p:cNvSpPr/>
            <p:nvPr/>
          </p:nvSpPr>
          <p:spPr>
            <a:xfrm flipH="false" flipV="false" rot="0">
              <a:off x="0" y="0"/>
              <a:ext cx="5702300" cy="3797300"/>
            </a:xfrm>
            <a:custGeom>
              <a:avLst/>
              <a:gdLst/>
              <a:ahLst/>
              <a:cxnLst/>
              <a:rect r="r" b="b" t="t" l="l"/>
              <a:pathLst>
                <a:path h="3797300" w="5702300">
                  <a:moveTo>
                    <a:pt x="5588000" y="0"/>
                  </a:moveTo>
                  <a:lnTo>
                    <a:pt x="114300" y="0"/>
                  </a:lnTo>
                  <a:cubicBezTo>
                    <a:pt x="50800" y="0"/>
                    <a:pt x="0" y="50800"/>
                    <a:pt x="0" y="114300"/>
                  </a:cubicBezTo>
                  <a:lnTo>
                    <a:pt x="0" y="3797300"/>
                  </a:lnTo>
                  <a:lnTo>
                    <a:pt x="5702300" y="3797300"/>
                  </a:lnTo>
                  <a:lnTo>
                    <a:pt x="5702300" y="114300"/>
                  </a:lnTo>
                  <a:cubicBezTo>
                    <a:pt x="5702300" y="50800"/>
                    <a:pt x="5651500" y="0"/>
                    <a:pt x="5588000" y="0"/>
                  </a:cubicBezTo>
                  <a:close/>
                </a:path>
              </a:pathLst>
            </a:custGeom>
            <a:blipFill>
              <a:blip r:embed="rId5"/>
              <a:stretch>
                <a:fillRect l="-10732" t="0" r="-10732" b="0"/>
              </a:stretch>
            </a:blipFill>
          </p:spPr>
        </p:sp>
      </p:grpSp>
      <p:grpSp>
        <p:nvGrpSpPr>
          <p:cNvPr name="Group 10" id="10"/>
          <p:cNvGrpSpPr>
            <a:grpSpLocks noChangeAspect="true"/>
          </p:cNvGrpSpPr>
          <p:nvPr/>
        </p:nvGrpSpPr>
        <p:grpSpPr>
          <a:xfrm rot="0">
            <a:off x="5406791" y="1028700"/>
            <a:ext cx="6694868" cy="5502019"/>
            <a:chOff x="0" y="0"/>
            <a:chExt cx="5702300" cy="4686300"/>
          </a:xfrm>
        </p:grpSpPr>
        <p:sp>
          <p:nvSpPr>
            <p:cNvPr name="Freeform 11" id="11"/>
            <p:cNvSpPr/>
            <p:nvPr/>
          </p:nvSpPr>
          <p:spPr>
            <a:xfrm flipH="false" flipV="false" rot="0">
              <a:off x="0" y="3797300"/>
              <a:ext cx="5702300" cy="889000"/>
            </a:xfrm>
            <a:custGeom>
              <a:avLst/>
              <a:gdLst/>
              <a:ahLst/>
              <a:cxnLst/>
              <a:rect r="r" b="b" t="t" l="l"/>
              <a:pathLst>
                <a:path h="889000" w="5702300">
                  <a:moveTo>
                    <a:pt x="0" y="0"/>
                  </a:moveTo>
                  <a:lnTo>
                    <a:pt x="0" y="774700"/>
                  </a:lnTo>
                  <a:cubicBezTo>
                    <a:pt x="0" y="838200"/>
                    <a:pt x="50800" y="889000"/>
                    <a:pt x="114300" y="889000"/>
                  </a:cubicBezTo>
                  <a:lnTo>
                    <a:pt x="5588000" y="889000"/>
                  </a:lnTo>
                  <a:cubicBezTo>
                    <a:pt x="5651500" y="889000"/>
                    <a:pt x="5702300" y="838200"/>
                    <a:pt x="5702300" y="774700"/>
                  </a:cubicBezTo>
                  <a:lnTo>
                    <a:pt x="5702300" y="0"/>
                  </a:lnTo>
                  <a:lnTo>
                    <a:pt x="0" y="0"/>
                  </a:lnTo>
                  <a:close/>
                </a:path>
              </a:pathLst>
            </a:custGeom>
            <a:solidFill>
              <a:srgbClr val="FFFFFF"/>
            </a:solidFill>
          </p:spPr>
        </p:sp>
        <p:sp>
          <p:nvSpPr>
            <p:cNvPr name="Freeform 12" id="12"/>
            <p:cNvSpPr/>
            <p:nvPr/>
          </p:nvSpPr>
          <p:spPr>
            <a:xfrm flipH="false" flipV="false" rot="0">
              <a:off x="0" y="0"/>
              <a:ext cx="5702300" cy="3797300"/>
            </a:xfrm>
            <a:custGeom>
              <a:avLst/>
              <a:gdLst/>
              <a:ahLst/>
              <a:cxnLst/>
              <a:rect r="r" b="b" t="t" l="l"/>
              <a:pathLst>
                <a:path h="3797300" w="5702300">
                  <a:moveTo>
                    <a:pt x="5588000" y="0"/>
                  </a:moveTo>
                  <a:lnTo>
                    <a:pt x="114300" y="0"/>
                  </a:lnTo>
                  <a:cubicBezTo>
                    <a:pt x="50800" y="0"/>
                    <a:pt x="0" y="50800"/>
                    <a:pt x="0" y="114300"/>
                  </a:cubicBezTo>
                  <a:lnTo>
                    <a:pt x="0" y="3797300"/>
                  </a:lnTo>
                  <a:lnTo>
                    <a:pt x="5702300" y="3797300"/>
                  </a:lnTo>
                  <a:lnTo>
                    <a:pt x="5702300" y="114300"/>
                  </a:lnTo>
                  <a:cubicBezTo>
                    <a:pt x="5702300" y="50800"/>
                    <a:pt x="5651500" y="0"/>
                    <a:pt x="5588000" y="0"/>
                  </a:cubicBezTo>
                  <a:close/>
                </a:path>
              </a:pathLst>
            </a:custGeom>
            <a:blipFill>
              <a:blip r:embed="rId6"/>
              <a:stretch>
                <a:fillRect l="-20321" t="0" r="-20321" b="0"/>
              </a:stretch>
            </a:blipFill>
          </p:spPr>
        </p:sp>
      </p:grpSp>
      <p:sp>
        <p:nvSpPr>
          <p:cNvPr name="TextBox 13" id="13"/>
          <p:cNvSpPr txBox="true"/>
          <p:nvPr/>
        </p:nvSpPr>
        <p:spPr>
          <a:xfrm rot="-427881">
            <a:off x="-1131433" y="281471"/>
            <a:ext cx="7632455" cy="3288030"/>
          </a:xfrm>
          <a:prstGeom prst="rect">
            <a:avLst/>
          </a:prstGeom>
        </p:spPr>
        <p:txBody>
          <a:bodyPr anchor="t" rtlCol="false" tIns="0" lIns="0" bIns="0" rIns="0">
            <a:spAutoFit/>
          </a:bodyPr>
          <a:lstStyle/>
          <a:p>
            <a:pPr algn="ctr">
              <a:lnSpc>
                <a:spcPts val="13234"/>
              </a:lnSpc>
            </a:pPr>
            <a:r>
              <a:rPr lang="en-US" sz="9453">
                <a:solidFill>
                  <a:srgbClr val="000000"/>
                </a:solidFill>
                <a:latin typeface="Calistoga"/>
                <a:ea typeface="Calistoga"/>
                <a:cs typeface="Calistoga"/>
                <a:sym typeface="Calistoga"/>
              </a:rPr>
              <a:t>PRESS  </a:t>
            </a:r>
          </a:p>
          <a:p>
            <a:pPr algn="ctr">
              <a:lnSpc>
                <a:spcPts val="13234"/>
              </a:lnSpc>
            </a:pPr>
            <a:r>
              <a:rPr lang="en-US" sz="9453">
                <a:solidFill>
                  <a:srgbClr val="000000"/>
                </a:solidFill>
                <a:latin typeface="Calistoga"/>
                <a:ea typeface="Calistoga"/>
                <a:cs typeface="Calistoga"/>
                <a:sym typeface="Calistoga"/>
              </a:rPr>
              <a:t>TOOL </a:t>
            </a:r>
          </a:p>
        </p:txBody>
      </p:sp>
      <p:sp>
        <p:nvSpPr>
          <p:cNvPr name="TextBox 14" id="14"/>
          <p:cNvSpPr txBox="true"/>
          <p:nvPr/>
        </p:nvSpPr>
        <p:spPr>
          <a:xfrm rot="0">
            <a:off x="5833303" y="5557469"/>
            <a:ext cx="5841843" cy="814972"/>
          </a:xfrm>
          <a:prstGeom prst="rect">
            <a:avLst/>
          </a:prstGeom>
        </p:spPr>
        <p:txBody>
          <a:bodyPr anchor="t" rtlCol="false" tIns="0" lIns="0" bIns="0" rIns="0">
            <a:spAutoFit/>
          </a:bodyPr>
          <a:lstStyle/>
          <a:p>
            <a:pPr algn="ctr">
              <a:lnSpc>
                <a:spcPts val="6739"/>
              </a:lnSpc>
              <a:spcBef>
                <a:spcPct val="0"/>
              </a:spcBef>
            </a:pPr>
            <a:r>
              <a:rPr lang="en-US" sz="4814">
                <a:solidFill>
                  <a:srgbClr val="000000"/>
                </a:solidFill>
                <a:latin typeface="Carelia"/>
                <a:ea typeface="Carelia"/>
                <a:cs typeface="Carelia"/>
                <a:sym typeface="Carelia"/>
              </a:rPr>
              <a:t>Cam– Piercing Tool</a:t>
            </a:r>
          </a:p>
        </p:txBody>
      </p:sp>
      <p:sp>
        <p:nvSpPr>
          <p:cNvPr name="TextBox 15" id="15"/>
          <p:cNvSpPr txBox="true"/>
          <p:nvPr/>
        </p:nvSpPr>
        <p:spPr>
          <a:xfrm rot="0">
            <a:off x="2169050" y="9266621"/>
            <a:ext cx="4010323" cy="811940"/>
          </a:xfrm>
          <a:prstGeom prst="rect">
            <a:avLst/>
          </a:prstGeom>
        </p:spPr>
        <p:txBody>
          <a:bodyPr anchor="t" rtlCol="false" tIns="0" lIns="0" bIns="0" rIns="0">
            <a:spAutoFit/>
          </a:bodyPr>
          <a:lstStyle/>
          <a:p>
            <a:pPr algn="ctr">
              <a:lnSpc>
                <a:spcPts val="6613"/>
              </a:lnSpc>
              <a:spcBef>
                <a:spcPct val="0"/>
              </a:spcBef>
            </a:pPr>
            <a:r>
              <a:rPr lang="en-US" sz="4723">
                <a:solidFill>
                  <a:srgbClr val="000000"/>
                </a:solidFill>
                <a:latin typeface="Carelia"/>
                <a:ea typeface="Carelia"/>
                <a:cs typeface="Carelia"/>
                <a:sym typeface="Carelia"/>
              </a:rPr>
              <a:t>Forming Tool</a:t>
            </a:r>
          </a:p>
        </p:txBody>
      </p:sp>
      <p:sp>
        <p:nvSpPr>
          <p:cNvPr name="TextBox 16" id="16"/>
          <p:cNvSpPr txBox="true"/>
          <p:nvPr/>
        </p:nvSpPr>
        <p:spPr>
          <a:xfrm rot="0">
            <a:off x="12134102" y="9266621"/>
            <a:ext cx="4727837" cy="859987"/>
          </a:xfrm>
          <a:prstGeom prst="rect">
            <a:avLst/>
          </a:prstGeom>
        </p:spPr>
        <p:txBody>
          <a:bodyPr anchor="t" rtlCol="false" tIns="0" lIns="0" bIns="0" rIns="0">
            <a:spAutoFit/>
          </a:bodyPr>
          <a:lstStyle/>
          <a:p>
            <a:pPr algn="ctr">
              <a:lnSpc>
                <a:spcPts val="7067"/>
              </a:lnSpc>
              <a:spcBef>
                <a:spcPct val="0"/>
              </a:spcBef>
            </a:pPr>
            <a:r>
              <a:rPr lang="en-US" sz="5048">
                <a:solidFill>
                  <a:srgbClr val="000000"/>
                </a:solidFill>
                <a:latin typeface="Carelia"/>
                <a:ea typeface="Carelia"/>
                <a:cs typeface="Carelia"/>
                <a:sym typeface="Carelia"/>
              </a:rPr>
              <a:t>Trimming Tool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934290" y="2544405"/>
            <a:ext cx="7338828" cy="733882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6505" t="0" r="-27939" b="-8333"/>
              </a:stretch>
            </a:blipFill>
          </p:spPr>
        </p:sp>
      </p:grpSp>
      <p:sp>
        <p:nvSpPr>
          <p:cNvPr name="Freeform 5" id="5"/>
          <p:cNvSpPr/>
          <p:nvPr/>
        </p:nvSpPr>
        <p:spPr>
          <a:xfrm flipH="false" flipV="false" rot="0">
            <a:off x="9144000" y="-298723"/>
            <a:ext cx="9341385" cy="11113027"/>
          </a:xfrm>
          <a:custGeom>
            <a:avLst/>
            <a:gdLst/>
            <a:ahLst/>
            <a:cxnLst/>
            <a:rect r="r" b="b" t="t" l="l"/>
            <a:pathLst>
              <a:path h="11113027" w="9341385">
                <a:moveTo>
                  <a:pt x="0" y="0"/>
                </a:moveTo>
                <a:lnTo>
                  <a:pt x="9341385" y="0"/>
                </a:lnTo>
                <a:lnTo>
                  <a:pt x="9341385" y="11113026"/>
                </a:lnTo>
                <a:lnTo>
                  <a:pt x="0" y="11113026"/>
                </a:lnTo>
                <a:lnTo>
                  <a:pt x="0" y="0"/>
                </a:lnTo>
                <a:close/>
              </a:path>
            </a:pathLst>
          </a:custGeom>
          <a:blipFill>
            <a:blip r:embed="rId4"/>
            <a:stretch>
              <a:fillRect l="0" t="0" r="0" b="0"/>
            </a:stretch>
          </a:blipFill>
        </p:spPr>
      </p:sp>
      <p:sp>
        <p:nvSpPr>
          <p:cNvPr name="TextBox 6" id="6"/>
          <p:cNvSpPr txBox="true"/>
          <p:nvPr/>
        </p:nvSpPr>
        <p:spPr>
          <a:xfrm rot="0">
            <a:off x="1930440" y="691779"/>
            <a:ext cx="5346527" cy="1111585"/>
          </a:xfrm>
          <a:prstGeom prst="rect">
            <a:avLst/>
          </a:prstGeom>
        </p:spPr>
        <p:txBody>
          <a:bodyPr anchor="t" rtlCol="false" tIns="0" lIns="0" bIns="0" rIns="0">
            <a:spAutoFit/>
          </a:bodyPr>
          <a:lstStyle/>
          <a:p>
            <a:pPr algn="ctr">
              <a:lnSpc>
                <a:spcPts val="9119"/>
              </a:lnSpc>
            </a:pPr>
            <a:r>
              <a:rPr lang="en-US" sz="6513" b="true">
                <a:solidFill>
                  <a:srgbClr val="000000"/>
                </a:solidFill>
                <a:latin typeface="Canva Sans Bold"/>
                <a:ea typeface="Canva Sans Bold"/>
                <a:cs typeface="Canva Sans Bold"/>
                <a:sym typeface="Canva Sans Bold"/>
              </a:rPr>
              <a:t>PRESS SHOP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49118" t="0" r="-49118" b="0"/>
            </a:stretch>
          </a:blipFill>
        </p:spPr>
      </p:sp>
      <p:grpSp>
        <p:nvGrpSpPr>
          <p:cNvPr name="Group 4" id="4"/>
          <p:cNvGrpSpPr/>
          <p:nvPr/>
        </p:nvGrpSpPr>
        <p:grpSpPr>
          <a:xfrm rot="0">
            <a:off x="543499" y="2087440"/>
            <a:ext cx="9552591" cy="6568638"/>
            <a:chOff x="0" y="0"/>
            <a:chExt cx="6159500" cy="4235450"/>
          </a:xfrm>
        </p:grpSpPr>
        <p:sp>
          <p:nvSpPr>
            <p:cNvPr name="Freeform 5" id="5"/>
            <p:cNvSpPr/>
            <p:nvPr/>
          </p:nvSpPr>
          <p:spPr>
            <a:xfrm flipH="false" flipV="false" rot="0">
              <a:off x="0" y="0"/>
              <a:ext cx="6159500" cy="4235450"/>
            </a:xfrm>
            <a:custGeom>
              <a:avLst/>
              <a:gdLst/>
              <a:ahLst/>
              <a:cxnLst/>
              <a:rect r="r" b="b" t="t" l="l"/>
              <a:pathLst>
                <a:path h="4235450" w="6159500">
                  <a:moveTo>
                    <a:pt x="6159500" y="4235450"/>
                  </a:moveTo>
                  <a:lnTo>
                    <a:pt x="0" y="3696970"/>
                  </a:lnTo>
                  <a:lnTo>
                    <a:pt x="0" y="0"/>
                  </a:lnTo>
                  <a:lnTo>
                    <a:pt x="6159500" y="538480"/>
                  </a:lnTo>
                  <a:close/>
                </a:path>
              </a:pathLst>
            </a:custGeom>
            <a:blipFill>
              <a:blip r:embed="rId4"/>
              <a:stretch>
                <a:fillRect l="0" t="-4535" r="0" b="-4535"/>
              </a:stretch>
            </a:blipFill>
          </p:spPr>
        </p:sp>
      </p:grpSp>
      <p:grpSp>
        <p:nvGrpSpPr>
          <p:cNvPr name="Group 6" id="6"/>
          <p:cNvGrpSpPr>
            <a:grpSpLocks noChangeAspect="true"/>
          </p:cNvGrpSpPr>
          <p:nvPr/>
        </p:nvGrpSpPr>
        <p:grpSpPr>
          <a:xfrm rot="0">
            <a:off x="10679473" y="267577"/>
            <a:ext cx="7028790" cy="9751847"/>
            <a:chOff x="0" y="0"/>
            <a:chExt cx="3350260" cy="4648200"/>
          </a:xfrm>
        </p:grpSpPr>
        <p:sp>
          <p:nvSpPr>
            <p:cNvPr name="Freeform 7" id="7"/>
            <p:cNvSpPr/>
            <p:nvPr/>
          </p:nvSpPr>
          <p:spPr>
            <a:xfrm flipH="false" flipV="false" rot="0">
              <a:off x="0" y="0"/>
              <a:ext cx="3314700" cy="2186940"/>
            </a:xfrm>
            <a:custGeom>
              <a:avLst/>
              <a:gdLst/>
              <a:ahLst/>
              <a:cxnLst/>
              <a:rect r="r" b="b" t="t" l="l"/>
              <a:pathLst>
                <a:path h="2186940" w="3314700">
                  <a:moveTo>
                    <a:pt x="3282950" y="0"/>
                  </a:moveTo>
                  <a:lnTo>
                    <a:pt x="1334770" y="0"/>
                  </a:lnTo>
                  <a:cubicBezTo>
                    <a:pt x="890270" y="17780"/>
                    <a:pt x="445770" y="53340"/>
                    <a:pt x="0" y="55880"/>
                  </a:cubicBezTo>
                  <a:cubicBezTo>
                    <a:pt x="2540" y="410210"/>
                    <a:pt x="20320" y="844550"/>
                    <a:pt x="39370" y="1198880"/>
                  </a:cubicBezTo>
                  <a:cubicBezTo>
                    <a:pt x="55880" y="1518920"/>
                    <a:pt x="72390" y="1838960"/>
                    <a:pt x="76200" y="2160270"/>
                  </a:cubicBezTo>
                  <a:cubicBezTo>
                    <a:pt x="294640" y="2159000"/>
                    <a:pt x="514350" y="2156460"/>
                    <a:pt x="732790" y="2152650"/>
                  </a:cubicBezTo>
                  <a:cubicBezTo>
                    <a:pt x="1225550" y="2145030"/>
                    <a:pt x="1718310" y="2137410"/>
                    <a:pt x="2211070" y="2151380"/>
                  </a:cubicBezTo>
                  <a:cubicBezTo>
                    <a:pt x="2579370" y="2161540"/>
                    <a:pt x="2946400" y="2186940"/>
                    <a:pt x="3314700" y="2184400"/>
                  </a:cubicBezTo>
                  <a:cubicBezTo>
                    <a:pt x="3314700" y="2142490"/>
                    <a:pt x="3313430" y="2100580"/>
                    <a:pt x="3313430" y="2058670"/>
                  </a:cubicBezTo>
                  <a:cubicBezTo>
                    <a:pt x="3305810" y="1399540"/>
                    <a:pt x="3284220" y="660400"/>
                    <a:pt x="3282950" y="0"/>
                  </a:cubicBezTo>
                  <a:close/>
                </a:path>
              </a:pathLst>
            </a:custGeom>
            <a:blipFill>
              <a:blip r:embed="rId5"/>
              <a:stretch>
                <a:fillRect l="0" t="-375" r="0" b="-13423"/>
              </a:stretch>
            </a:blipFill>
          </p:spPr>
        </p:sp>
        <p:sp>
          <p:nvSpPr>
            <p:cNvPr name="Freeform 8" id="8"/>
            <p:cNvSpPr/>
            <p:nvPr/>
          </p:nvSpPr>
          <p:spPr>
            <a:xfrm flipH="false" flipV="false" rot="0">
              <a:off x="57150" y="2434590"/>
              <a:ext cx="3294380" cy="2214880"/>
            </a:xfrm>
            <a:custGeom>
              <a:avLst/>
              <a:gdLst/>
              <a:ahLst/>
              <a:cxnLst/>
              <a:rect r="r" b="b" t="t" l="l"/>
              <a:pathLst>
                <a:path h="2214880" w="3294380">
                  <a:moveTo>
                    <a:pt x="3275330" y="1115060"/>
                  </a:moveTo>
                  <a:cubicBezTo>
                    <a:pt x="3266440" y="949960"/>
                    <a:pt x="3263900" y="784860"/>
                    <a:pt x="3262630" y="619760"/>
                  </a:cubicBezTo>
                  <a:cubicBezTo>
                    <a:pt x="3260090" y="426720"/>
                    <a:pt x="3260090" y="233680"/>
                    <a:pt x="3260090" y="41910"/>
                  </a:cubicBezTo>
                  <a:cubicBezTo>
                    <a:pt x="3105150" y="43180"/>
                    <a:pt x="2950210" y="39370"/>
                    <a:pt x="2795270" y="34290"/>
                  </a:cubicBezTo>
                  <a:cubicBezTo>
                    <a:pt x="2550160" y="26670"/>
                    <a:pt x="2303780" y="11430"/>
                    <a:pt x="2058670" y="6350"/>
                  </a:cubicBezTo>
                  <a:cubicBezTo>
                    <a:pt x="1812290" y="1270"/>
                    <a:pt x="1565910" y="0"/>
                    <a:pt x="1319530" y="2540"/>
                  </a:cubicBezTo>
                  <a:cubicBezTo>
                    <a:pt x="886460" y="5080"/>
                    <a:pt x="454660" y="15240"/>
                    <a:pt x="21590" y="17780"/>
                  </a:cubicBezTo>
                  <a:cubicBezTo>
                    <a:pt x="20320" y="285750"/>
                    <a:pt x="13970" y="553720"/>
                    <a:pt x="8890" y="820420"/>
                  </a:cubicBezTo>
                  <a:cubicBezTo>
                    <a:pt x="5080" y="993140"/>
                    <a:pt x="2540" y="1165860"/>
                    <a:pt x="0" y="1338580"/>
                  </a:cubicBezTo>
                  <a:lnTo>
                    <a:pt x="0" y="1414780"/>
                  </a:lnTo>
                  <a:cubicBezTo>
                    <a:pt x="8890" y="1676400"/>
                    <a:pt x="21590" y="1938020"/>
                    <a:pt x="30480" y="2199640"/>
                  </a:cubicBezTo>
                  <a:cubicBezTo>
                    <a:pt x="419100" y="2200910"/>
                    <a:pt x="807720" y="2212340"/>
                    <a:pt x="1196340" y="2214880"/>
                  </a:cubicBezTo>
                  <a:cubicBezTo>
                    <a:pt x="1280160" y="2211070"/>
                    <a:pt x="1363980" y="2207260"/>
                    <a:pt x="1447800" y="2204720"/>
                  </a:cubicBezTo>
                  <a:cubicBezTo>
                    <a:pt x="1714500" y="2197100"/>
                    <a:pt x="1982470" y="2199640"/>
                    <a:pt x="2249170" y="2198370"/>
                  </a:cubicBezTo>
                  <a:lnTo>
                    <a:pt x="3294380" y="2190750"/>
                  </a:lnTo>
                  <a:lnTo>
                    <a:pt x="3294380" y="1358900"/>
                  </a:lnTo>
                  <a:cubicBezTo>
                    <a:pt x="3285489" y="1276350"/>
                    <a:pt x="3279139" y="1196340"/>
                    <a:pt x="3275330" y="1115060"/>
                  </a:cubicBezTo>
                  <a:close/>
                </a:path>
              </a:pathLst>
            </a:custGeom>
            <a:blipFill>
              <a:blip r:embed="rId6"/>
              <a:stretch>
                <a:fillRect l="0" t="-2415" r="0" b="-9202"/>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43379" y="2131442"/>
            <a:ext cx="3675225" cy="4373334"/>
            <a:chOff x="0" y="0"/>
            <a:chExt cx="3790950" cy="4511040"/>
          </a:xfrm>
        </p:grpSpPr>
        <p:sp>
          <p:nvSpPr>
            <p:cNvPr name="Freeform 4" id="4"/>
            <p:cNvSpPr/>
            <p:nvPr/>
          </p:nvSpPr>
          <p:spPr>
            <a:xfrm flipH="false" flipV="false" rot="0">
              <a:off x="158750" y="158750"/>
              <a:ext cx="3473450" cy="4193540"/>
            </a:xfrm>
            <a:custGeom>
              <a:avLst/>
              <a:gdLst/>
              <a:ahLst/>
              <a:cxnLst/>
              <a:rect r="r" b="b" t="t" l="l"/>
              <a:pathLst>
                <a:path h="4193540" w="3473450">
                  <a:moveTo>
                    <a:pt x="0" y="0"/>
                  </a:moveTo>
                  <a:lnTo>
                    <a:pt x="3473450" y="0"/>
                  </a:lnTo>
                  <a:lnTo>
                    <a:pt x="3473450" y="4193540"/>
                  </a:lnTo>
                  <a:lnTo>
                    <a:pt x="0" y="4193540"/>
                  </a:lnTo>
                  <a:close/>
                </a:path>
              </a:pathLst>
            </a:custGeom>
            <a:blipFill>
              <a:blip r:embed="rId3"/>
              <a:stretch>
                <a:fillRect l="-955" t="0" r="-955" b="0"/>
              </a:stretch>
            </a:blipFill>
          </p:spPr>
        </p:sp>
      </p:grpSp>
      <p:sp>
        <p:nvSpPr>
          <p:cNvPr name="TextBox 5" id="5"/>
          <p:cNvSpPr txBox="true"/>
          <p:nvPr/>
        </p:nvSpPr>
        <p:spPr>
          <a:xfrm rot="0">
            <a:off x="2964959" y="232082"/>
            <a:ext cx="12732968" cy="3082059"/>
          </a:xfrm>
          <a:prstGeom prst="rect">
            <a:avLst/>
          </a:prstGeom>
        </p:spPr>
        <p:txBody>
          <a:bodyPr anchor="t" rtlCol="false" tIns="0" lIns="0" bIns="0" rIns="0">
            <a:spAutoFit/>
          </a:bodyPr>
          <a:lstStyle/>
          <a:p>
            <a:pPr algn="ctr">
              <a:lnSpc>
                <a:spcPts val="12299"/>
              </a:lnSpc>
            </a:pPr>
            <a:r>
              <a:rPr lang="en-US" sz="8912">
                <a:solidFill>
                  <a:srgbClr val="010101"/>
                </a:solidFill>
                <a:latin typeface="Archivo Black"/>
                <a:ea typeface="Archivo Black"/>
                <a:cs typeface="Archivo Black"/>
                <a:sym typeface="Archivo Black"/>
              </a:rPr>
              <a:t>PRESS PRODUCTS</a:t>
            </a:r>
          </a:p>
          <a:p>
            <a:pPr algn="ctr" marL="0" indent="0" lvl="0">
              <a:lnSpc>
                <a:spcPts val="12299"/>
              </a:lnSpc>
              <a:spcBef>
                <a:spcPct val="0"/>
              </a:spcBef>
            </a:pPr>
          </a:p>
        </p:txBody>
      </p:sp>
      <p:grpSp>
        <p:nvGrpSpPr>
          <p:cNvPr name="Group 6" id="6"/>
          <p:cNvGrpSpPr/>
          <p:nvPr/>
        </p:nvGrpSpPr>
        <p:grpSpPr>
          <a:xfrm rot="0">
            <a:off x="0" y="6640266"/>
            <a:ext cx="5656217" cy="3646734"/>
            <a:chOff x="0" y="0"/>
            <a:chExt cx="6996788" cy="4511040"/>
          </a:xfrm>
        </p:grpSpPr>
        <p:sp>
          <p:nvSpPr>
            <p:cNvPr name="Freeform 7" id="7"/>
            <p:cNvSpPr/>
            <p:nvPr/>
          </p:nvSpPr>
          <p:spPr>
            <a:xfrm flipH="false" flipV="false" rot="0">
              <a:off x="292998" y="158750"/>
              <a:ext cx="6410792" cy="4193540"/>
            </a:xfrm>
            <a:custGeom>
              <a:avLst/>
              <a:gdLst/>
              <a:ahLst/>
              <a:cxnLst/>
              <a:rect r="r" b="b" t="t" l="l"/>
              <a:pathLst>
                <a:path h="4193540" w="6410792">
                  <a:moveTo>
                    <a:pt x="0" y="0"/>
                  </a:moveTo>
                  <a:lnTo>
                    <a:pt x="6410792" y="0"/>
                  </a:lnTo>
                  <a:lnTo>
                    <a:pt x="6410792" y="4193540"/>
                  </a:lnTo>
                  <a:lnTo>
                    <a:pt x="0" y="4193540"/>
                  </a:lnTo>
                  <a:close/>
                </a:path>
              </a:pathLst>
            </a:custGeom>
            <a:blipFill>
              <a:blip r:embed="rId4"/>
              <a:stretch>
                <a:fillRect l="-4570" t="-10804" r="-5489" b="-10867"/>
              </a:stretch>
            </a:blipFill>
          </p:spPr>
        </p:sp>
      </p:grpSp>
      <p:grpSp>
        <p:nvGrpSpPr>
          <p:cNvPr name="Group 8" id="8"/>
          <p:cNvGrpSpPr/>
          <p:nvPr/>
        </p:nvGrpSpPr>
        <p:grpSpPr>
          <a:xfrm rot="0">
            <a:off x="11169055" y="2131442"/>
            <a:ext cx="3675225" cy="4373334"/>
            <a:chOff x="0" y="0"/>
            <a:chExt cx="3790950" cy="4511040"/>
          </a:xfrm>
        </p:grpSpPr>
        <p:sp>
          <p:nvSpPr>
            <p:cNvPr name="Freeform 9" id="9"/>
            <p:cNvSpPr/>
            <p:nvPr/>
          </p:nvSpPr>
          <p:spPr>
            <a:xfrm flipH="false" flipV="false" rot="0">
              <a:off x="158750" y="158750"/>
              <a:ext cx="3473450" cy="4193540"/>
            </a:xfrm>
            <a:custGeom>
              <a:avLst/>
              <a:gdLst/>
              <a:ahLst/>
              <a:cxnLst/>
              <a:rect r="r" b="b" t="t" l="l"/>
              <a:pathLst>
                <a:path h="4193540" w="3473450">
                  <a:moveTo>
                    <a:pt x="0" y="0"/>
                  </a:moveTo>
                  <a:lnTo>
                    <a:pt x="3473450" y="0"/>
                  </a:lnTo>
                  <a:lnTo>
                    <a:pt x="3473450" y="4193540"/>
                  </a:lnTo>
                  <a:lnTo>
                    <a:pt x="0" y="4193540"/>
                  </a:lnTo>
                  <a:close/>
                </a:path>
              </a:pathLst>
            </a:custGeom>
            <a:blipFill>
              <a:blip r:embed="rId5"/>
              <a:stretch>
                <a:fillRect l="0" t="-5219" r="0" b="-5219"/>
              </a:stretch>
            </a:blipFill>
          </p:spPr>
        </p:sp>
      </p:grpSp>
      <p:grpSp>
        <p:nvGrpSpPr>
          <p:cNvPr name="Group 10" id="10"/>
          <p:cNvGrpSpPr/>
          <p:nvPr/>
        </p:nvGrpSpPr>
        <p:grpSpPr>
          <a:xfrm rot="0">
            <a:off x="7493830" y="2131442"/>
            <a:ext cx="3675225" cy="4373334"/>
            <a:chOff x="0" y="0"/>
            <a:chExt cx="3790950" cy="4511040"/>
          </a:xfrm>
        </p:grpSpPr>
        <p:sp>
          <p:nvSpPr>
            <p:cNvPr name="Freeform 11" id="11"/>
            <p:cNvSpPr/>
            <p:nvPr/>
          </p:nvSpPr>
          <p:spPr>
            <a:xfrm flipH="false" flipV="false" rot="0">
              <a:off x="158750" y="158750"/>
              <a:ext cx="3473450" cy="4193540"/>
            </a:xfrm>
            <a:custGeom>
              <a:avLst/>
              <a:gdLst/>
              <a:ahLst/>
              <a:cxnLst/>
              <a:rect r="r" b="b" t="t" l="l"/>
              <a:pathLst>
                <a:path h="4193540" w="3473450">
                  <a:moveTo>
                    <a:pt x="0" y="0"/>
                  </a:moveTo>
                  <a:lnTo>
                    <a:pt x="3473450" y="0"/>
                  </a:lnTo>
                  <a:lnTo>
                    <a:pt x="3473450" y="4193540"/>
                  </a:lnTo>
                  <a:lnTo>
                    <a:pt x="0" y="4193540"/>
                  </a:lnTo>
                  <a:close/>
                </a:path>
              </a:pathLst>
            </a:custGeom>
            <a:blipFill>
              <a:blip r:embed="rId6"/>
              <a:stretch>
                <a:fillRect l="-14072" t="0" r="-14072" b="0"/>
              </a:stretch>
            </a:blipFill>
          </p:spPr>
        </p:sp>
      </p:grpSp>
      <p:grpSp>
        <p:nvGrpSpPr>
          <p:cNvPr name="Group 12" id="12"/>
          <p:cNvGrpSpPr/>
          <p:nvPr/>
        </p:nvGrpSpPr>
        <p:grpSpPr>
          <a:xfrm rot="0">
            <a:off x="3818604" y="2131442"/>
            <a:ext cx="3675225" cy="4373334"/>
            <a:chOff x="0" y="0"/>
            <a:chExt cx="3790950" cy="4511040"/>
          </a:xfrm>
        </p:grpSpPr>
        <p:sp>
          <p:nvSpPr>
            <p:cNvPr name="Freeform 13" id="13"/>
            <p:cNvSpPr/>
            <p:nvPr/>
          </p:nvSpPr>
          <p:spPr>
            <a:xfrm flipH="false" flipV="false" rot="0">
              <a:off x="158750" y="158750"/>
              <a:ext cx="3473450" cy="4193540"/>
            </a:xfrm>
            <a:custGeom>
              <a:avLst/>
              <a:gdLst/>
              <a:ahLst/>
              <a:cxnLst/>
              <a:rect r="r" b="b" t="t" l="l"/>
              <a:pathLst>
                <a:path h="4193540" w="3473450">
                  <a:moveTo>
                    <a:pt x="0" y="0"/>
                  </a:moveTo>
                  <a:lnTo>
                    <a:pt x="3473450" y="0"/>
                  </a:lnTo>
                  <a:lnTo>
                    <a:pt x="3473450" y="4193540"/>
                  </a:lnTo>
                  <a:lnTo>
                    <a:pt x="0" y="4193540"/>
                  </a:lnTo>
                  <a:close/>
                </a:path>
              </a:pathLst>
            </a:custGeom>
            <a:blipFill>
              <a:blip r:embed="rId7"/>
              <a:stretch>
                <a:fillRect l="-2165" t="0" r="-2165" b="0"/>
              </a:stretch>
            </a:blipFill>
          </p:spPr>
        </p:sp>
      </p:grpSp>
      <p:grpSp>
        <p:nvGrpSpPr>
          <p:cNvPr name="Group 14" id="14"/>
          <p:cNvGrpSpPr/>
          <p:nvPr/>
        </p:nvGrpSpPr>
        <p:grpSpPr>
          <a:xfrm rot="0">
            <a:off x="5304398" y="6640266"/>
            <a:ext cx="4862980" cy="3646734"/>
            <a:chOff x="0" y="0"/>
            <a:chExt cx="6015547" cy="4511040"/>
          </a:xfrm>
        </p:grpSpPr>
        <p:sp>
          <p:nvSpPr>
            <p:cNvPr name="Freeform 15" id="15"/>
            <p:cNvSpPr/>
            <p:nvPr/>
          </p:nvSpPr>
          <p:spPr>
            <a:xfrm flipH="false" flipV="false" rot="0">
              <a:off x="251907" y="158750"/>
              <a:ext cx="5511732" cy="4193540"/>
            </a:xfrm>
            <a:custGeom>
              <a:avLst/>
              <a:gdLst/>
              <a:ahLst/>
              <a:cxnLst/>
              <a:rect r="r" b="b" t="t" l="l"/>
              <a:pathLst>
                <a:path h="4193540" w="5511732">
                  <a:moveTo>
                    <a:pt x="0" y="0"/>
                  </a:moveTo>
                  <a:lnTo>
                    <a:pt x="5511733" y="0"/>
                  </a:lnTo>
                  <a:lnTo>
                    <a:pt x="5511733" y="4193540"/>
                  </a:lnTo>
                  <a:lnTo>
                    <a:pt x="0" y="4193540"/>
                  </a:lnTo>
                  <a:close/>
                </a:path>
              </a:pathLst>
            </a:custGeom>
            <a:blipFill>
              <a:blip r:embed="rId8"/>
              <a:stretch>
                <a:fillRect l="-12344" t="-3785" r="-14827" b="-3799"/>
              </a:stretch>
            </a:blipFill>
          </p:spPr>
        </p:sp>
      </p:grpSp>
      <p:grpSp>
        <p:nvGrpSpPr>
          <p:cNvPr name="Group 16" id="16"/>
          <p:cNvGrpSpPr/>
          <p:nvPr/>
        </p:nvGrpSpPr>
        <p:grpSpPr>
          <a:xfrm rot="0">
            <a:off x="9793692" y="6640266"/>
            <a:ext cx="4551417" cy="3646734"/>
            <a:chOff x="0" y="0"/>
            <a:chExt cx="6881688" cy="5513818"/>
          </a:xfrm>
        </p:grpSpPr>
        <p:sp>
          <p:nvSpPr>
            <p:cNvPr name="Freeform 17" id="17"/>
            <p:cNvSpPr/>
            <p:nvPr/>
          </p:nvSpPr>
          <p:spPr>
            <a:xfrm flipH="false" flipV="false" rot="0">
              <a:off x="288178" y="194039"/>
              <a:ext cx="6305333" cy="5125740"/>
            </a:xfrm>
            <a:custGeom>
              <a:avLst/>
              <a:gdLst/>
              <a:ahLst/>
              <a:cxnLst/>
              <a:rect r="r" b="b" t="t" l="l"/>
              <a:pathLst>
                <a:path h="5125740" w="6305333">
                  <a:moveTo>
                    <a:pt x="0" y="0"/>
                  </a:moveTo>
                  <a:lnTo>
                    <a:pt x="6305333" y="0"/>
                  </a:lnTo>
                  <a:lnTo>
                    <a:pt x="6305333" y="5125740"/>
                  </a:lnTo>
                  <a:lnTo>
                    <a:pt x="0" y="5125740"/>
                  </a:lnTo>
                  <a:close/>
                </a:path>
              </a:pathLst>
            </a:custGeom>
            <a:blipFill>
              <a:blip r:embed="rId9"/>
              <a:stretch>
                <a:fillRect l="0" t="-48609" r="0" b="-48609"/>
              </a:stretch>
            </a:blipFill>
          </p:spPr>
        </p:sp>
      </p:grpSp>
      <p:grpSp>
        <p:nvGrpSpPr>
          <p:cNvPr name="Group 18" id="18"/>
          <p:cNvGrpSpPr/>
          <p:nvPr/>
        </p:nvGrpSpPr>
        <p:grpSpPr>
          <a:xfrm rot="0">
            <a:off x="14844280" y="2133691"/>
            <a:ext cx="3443720" cy="4371084"/>
            <a:chOff x="0" y="0"/>
            <a:chExt cx="3790950" cy="4811821"/>
          </a:xfrm>
        </p:grpSpPr>
        <p:sp>
          <p:nvSpPr>
            <p:cNvPr name="Freeform 19" id="19"/>
            <p:cNvSpPr/>
            <p:nvPr/>
          </p:nvSpPr>
          <p:spPr>
            <a:xfrm flipH="false" flipV="false" rot="0">
              <a:off x="158750" y="169335"/>
              <a:ext cx="3473450" cy="4473151"/>
            </a:xfrm>
            <a:custGeom>
              <a:avLst/>
              <a:gdLst/>
              <a:ahLst/>
              <a:cxnLst/>
              <a:rect r="r" b="b" t="t" l="l"/>
              <a:pathLst>
                <a:path h="4473151" w="3473450">
                  <a:moveTo>
                    <a:pt x="0" y="0"/>
                  </a:moveTo>
                  <a:lnTo>
                    <a:pt x="3473450" y="0"/>
                  </a:lnTo>
                  <a:lnTo>
                    <a:pt x="3473450" y="4473151"/>
                  </a:lnTo>
                  <a:lnTo>
                    <a:pt x="0" y="4473151"/>
                  </a:lnTo>
                  <a:close/>
                </a:path>
              </a:pathLst>
            </a:custGeom>
            <a:blipFill>
              <a:blip r:embed="rId10"/>
              <a:stretch>
                <a:fillRect l="-11708" t="-3785" r="-13116" b="-4405"/>
              </a:stretch>
            </a:blipFill>
          </p:spPr>
        </p:sp>
      </p:grpSp>
      <p:sp>
        <p:nvSpPr>
          <p:cNvPr name="Freeform 20" id="20"/>
          <p:cNvSpPr/>
          <p:nvPr/>
        </p:nvSpPr>
        <p:spPr>
          <a:xfrm flipH="false" flipV="false" rot="0">
            <a:off x="14064325" y="6469254"/>
            <a:ext cx="4223675" cy="3988758"/>
          </a:xfrm>
          <a:custGeom>
            <a:avLst/>
            <a:gdLst/>
            <a:ahLst/>
            <a:cxnLst/>
            <a:rect r="r" b="b" t="t" l="l"/>
            <a:pathLst>
              <a:path h="3988758" w="4223675">
                <a:moveTo>
                  <a:pt x="0" y="0"/>
                </a:moveTo>
                <a:lnTo>
                  <a:pt x="4223675" y="0"/>
                </a:lnTo>
                <a:lnTo>
                  <a:pt x="4223675" y="3988758"/>
                </a:lnTo>
                <a:lnTo>
                  <a:pt x="0" y="3988758"/>
                </a:lnTo>
                <a:lnTo>
                  <a:pt x="0" y="0"/>
                </a:lnTo>
                <a:close/>
              </a:path>
            </a:pathLst>
          </a:custGeom>
          <a:blipFill>
            <a:blip r:embed="rId11"/>
            <a:stretch>
              <a:fillRect l="0" t="-3892" r="0" b="-3892"/>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7F4"/>
        </a:solidFill>
      </p:bgPr>
    </p:bg>
    <p:spTree>
      <p:nvGrpSpPr>
        <p:cNvPr id="1" name=""/>
        <p:cNvGrpSpPr/>
        <p:nvPr/>
      </p:nvGrpSpPr>
      <p:grpSpPr>
        <a:xfrm>
          <a:off x="0" y="0"/>
          <a:ext cx="0" cy="0"/>
          <a:chOff x="0" y="0"/>
          <a:chExt cx="0" cy="0"/>
        </a:xfrm>
      </p:grpSpPr>
      <p:sp>
        <p:nvSpPr>
          <p:cNvPr name="Freeform 2" id="2"/>
          <p:cNvSpPr/>
          <p:nvPr/>
        </p:nvSpPr>
        <p:spPr>
          <a:xfrm flipH="false" flipV="false" rot="0">
            <a:off x="450053" y="1667962"/>
            <a:ext cx="5438606" cy="4078955"/>
          </a:xfrm>
          <a:custGeom>
            <a:avLst/>
            <a:gdLst/>
            <a:ahLst/>
            <a:cxnLst/>
            <a:rect r="r" b="b" t="t" l="l"/>
            <a:pathLst>
              <a:path h="4078955" w="5438606">
                <a:moveTo>
                  <a:pt x="0" y="0"/>
                </a:moveTo>
                <a:lnTo>
                  <a:pt x="5438606" y="0"/>
                </a:lnTo>
                <a:lnTo>
                  <a:pt x="5438606" y="4078955"/>
                </a:lnTo>
                <a:lnTo>
                  <a:pt x="0" y="4078955"/>
                </a:lnTo>
                <a:lnTo>
                  <a:pt x="0" y="0"/>
                </a:lnTo>
                <a:close/>
              </a:path>
            </a:pathLst>
          </a:custGeom>
          <a:blipFill>
            <a:blip r:embed="rId2"/>
            <a:stretch>
              <a:fillRect l="0" t="0" r="0" b="0"/>
            </a:stretch>
          </a:blipFill>
        </p:spPr>
      </p:sp>
      <p:sp>
        <p:nvSpPr>
          <p:cNvPr name="Freeform 3" id="3"/>
          <p:cNvSpPr/>
          <p:nvPr/>
        </p:nvSpPr>
        <p:spPr>
          <a:xfrm flipH="false" flipV="false" rot="0">
            <a:off x="6516007" y="1667962"/>
            <a:ext cx="5412889" cy="4059667"/>
          </a:xfrm>
          <a:custGeom>
            <a:avLst/>
            <a:gdLst/>
            <a:ahLst/>
            <a:cxnLst/>
            <a:rect r="r" b="b" t="t" l="l"/>
            <a:pathLst>
              <a:path h="4059667" w="5412889">
                <a:moveTo>
                  <a:pt x="0" y="0"/>
                </a:moveTo>
                <a:lnTo>
                  <a:pt x="5412889" y="0"/>
                </a:lnTo>
                <a:lnTo>
                  <a:pt x="5412889" y="4059667"/>
                </a:lnTo>
                <a:lnTo>
                  <a:pt x="0" y="4059667"/>
                </a:lnTo>
                <a:lnTo>
                  <a:pt x="0" y="0"/>
                </a:lnTo>
                <a:close/>
              </a:path>
            </a:pathLst>
          </a:custGeom>
          <a:blipFill>
            <a:blip r:embed="rId3"/>
            <a:stretch>
              <a:fillRect l="0" t="0" r="0" b="0"/>
            </a:stretch>
          </a:blipFill>
        </p:spPr>
      </p:sp>
      <p:sp>
        <p:nvSpPr>
          <p:cNvPr name="Freeform 4" id="4"/>
          <p:cNvSpPr/>
          <p:nvPr/>
        </p:nvSpPr>
        <p:spPr>
          <a:xfrm flipH="false" flipV="false" rot="0">
            <a:off x="12557546" y="1667962"/>
            <a:ext cx="5412889" cy="4059667"/>
          </a:xfrm>
          <a:custGeom>
            <a:avLst/>
            <a:gdLst/>
            <a:ahLst/>
            <a:cxnLst/>
            <a:rect r="r" b="b" t="t" l="l"/>
            <a:pathLst>
              <a:path h="4059667" w="5412889">
                <a:moveTo>
                  <a:pt x="0" y="0"/>
                </a:moveTo>
                <a:lnTo>
                  <a:pt x="5412889" y="0"/>
                </a:lnTo>
                <a:lnTo>
                  <a:pt x="5412889" y="4059667"/>
                </a:lnTo>
                <a:lnTo>
                  <a:pt x="0" y="4059667"/>
                </a:lnTo>
                <a:lnTo>
                  <a:pt x="0" y="0"/>
                </a:lnTo>
                <a:close/>
              </a:path>
            </a:pathLst>
          </a:custGeom>
          <a:blipFill>
            <a:blip r:embed="rId4"/>
            <a:stretch>
              <a:fillRect l="0" t="0" r="0" b="0"/>
            </a:stretch>
          </a:blipFill>
        </p:spPr>
      </p:sp>
      <p:sp>
        <p:nvSpPr>
          <p:cNvPr name="Freeform 5" id="5"/>
          <p:cNvSpPr/>
          <p:nvPr/>
        </p:nvSpPr>
        <p:spPr>
          <a:xfrm flipH="false" flipV="false" rot="0">
            <a:off x="450053" y="6435983"/>
            <a:ext cx="5438606" cy="3629921"/>
          </a:xfrm>
          <a:custGeom>
            <a:avLst/>
            <a:gdLst/>
            <a:ahLst/>
            <a:cxnLst/>
            <a:rect r="r" b="b" t="t" l="l"/>
            <a:pathLst>
              <a:path h="3629921" w="5438606">
                <a:moveTo>
                  <a:pt x="0" y="0"/>
                </a:moveTo>
                <a:lnTo>
                  <a:pt x="5438606" y="0"/>
                </a:lnTo>
                <a:lnTo>
                  <a:pt x="5438606" y="3629922"/>
                </a:lnTo>
                <a:lnTo>
                  <a:pt x="0" y="3629922"/>
                </a:lnTo>
                <a:lnTo>
                  <a:pt x="0" y="0"/>
                </a:lnTo>
                <a:close/>
              </a:path>
            </a:pathLst>
          </a:custGeom>
          <a:blipFill>
            <a:blip r:embed="rId5"/>
            <a:stretch>
              <a:fillRect l="0" t="-6185" r="0" b="-6185"/>
            </a:stretch>
          </a:blipFill>
        </p:spPr>
      </p:sp>
      <p:sp>
        <p:nvSpPr>
          <p:cNvPr name="Freeform 6" id="6"/>
          <p:cNvSpPr/>
          <p:nvPr/>
        </p:nvSpPr>
        <p:spPr>
          <a:xfrm flipH="false" flipV="false" rot="0">
            <a:off x="6516007" y="6282635"/>
            <a:ext cx="5412889" cy="3783269"/>
          </a:xfrm>
          <a:custGeom>
            <a:avLst/>
            <a:gdLst/>
            <a:ahLst/>
            <a:cxnLst/>
            <a:rect r="r" b="b" t="t" l="l"/>
            <a:pathLst>
              <a:path h="3783269" w="5412889">
                <a:moveTo>
                  <a:pt x="0" y="0"/>
                </a:moveTo>
                <a:lnTo>
                  <a:pt x="5412889" y="0"/>
                </a:lnTo>
                <a:lnTo>
                  <a:pt x="5412889" y="3783270"/>
                </a:lnTo>
                <a:lnTo>
                  <a:pt x="0" y="3783270"/>
                </a:lnTo>
                <a:lnTo>
                  <a:pt x="0" y="0"/>
                </a:lnTo>
                <a:close/>
              </a:path>
            </a:pathLst>
          </a:custGeom>
          <a:blipFill>
            <a:blip r:embed="rId6"/>
            <a:stretch>
              <a:fillRect l="0" t="-5415" r="-3285" b="-5415"/>
            </a:stretch>
          </a:blipFill>
        </p:spPr>
      </p:sp>
      <p:sp>
        <p:nvSpPr>
          <p:cNvPr name="Freeform 7" id="7"/>
          <p:cNvSpPr/>
          <p:nvPr/>
        </p:nvSpPr>
        <p:spPr>
          <a:xfrm flipH="false" flipV="false" rot="0">
            <a:off x="12515070" y="6282635"/>
            <a:ext cx="5455364" cy="3558172"/>
          </a:xfrm>
          <a:custGeom>
            <a:avLst/>
            <a:gdLst/>
            <a:ahLst/>
            <a:cxnLst/>
            <a:rect r="r" b="b" t="t" l="l"/>
            <a:pathLst>
              <a:path h="3558172" w="5455364">
                <a:moveTo>
                  <a:pt x="0" y="0"/>
                </a:moveTo>
                <a:lnTo>
                  <a:pt x="5455365" y="0"/>
                </a:lnTo>
                <a:lnTo>
                  <a:pt x="5455365" y="3558173"/>
                </a:lnTo>
                <a:lnTo>
                  <a:pt x="0" y="3558173"/>
                </a:lnTo>
                <a:lnTo>
                  <a:pt x="0" y="0"/>
                </a:lnTo>
                <a:close/>
              </a:path>
            </a:pathLst>
          </a:custGeom>
          <a:blipFill>
            <a:blip r:embed="rId7"/>
            <a:stretch>
              <a:fillRect l="0" t="-7494" r="0" b="-7494"/>
            </a:stretch>
          </a:blipFill>
        </p:spPr>
      </p:sp>
      <p:sp>
        <p:nvSpPr>
          <p:cNvPr name="TextBox 8" id="8"/>
          <p:cNvSpPr txBox="true"/>
          <p:nvPr/>
        </p:nvSpPr>
        <p:spPr>
          <a:xfrm rot="0">
            <a:off x="7062377" y="25105"/>
            <a:ext cx="4163246" cy="1449975"/>
          </a:xfrm>
          <a:prstGeom prst="rect">
            <a:avLst/>
          </a:prstGeom>
        </p:spPr>
        <p:txBody>
          <a:bodyPr anchor="t" rtlCol="false" tIns="0" lIns="0" bIns="0" rIns="0">
            <a:spAutoFit/>
          </a:bodyPr>
          <a:lstStyle/>
          <a:p>
            <a:pPr algn="ctr">
              <a:lnSpc>
                <a:spcPts val="11803"/>
              </a:lnSpc>
            </a:pPr>
            <a:r>
              <a:rPr lang="en-US" sz="8431">
                <a:solidFill>
                  <a:srgbClr val="000000"/>
                </a:solidFill>
                <a:latin typeface="Archivo Black"/>
                <a:ea typeface="Archivo Black"/>
                <a:cs typeface="Archivo Black"/>
                <a:sym typeface="Archivo Black"/>
              </a:rPr>
              <a:t>Gallery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6737400" y="442046"/>
            <a:ext cx="11196983" cy="9402909"/>
          </a:xfrm>
          <a:custGeom>
            <a:avLst/>
            <a:gdLst/>
            <a:ahLst/>
            <a:cxnLst/>
            <a:rect r="r" b="b" t="t" l="l"/>
            <a:pathLst>
              <a:path h="9402909" w="11196983">
                <a:moveTo>
                  <a:pt x="0" y="0"/>
                </a:moveTo>
                <a:lnTo>
                  <a:pt x="11196982" y="0"/>
                </a:lnTo>
                <a:lnTo>
                  <a:pt x="11196982" y="9402908"/>
                </a:lnTo>
                <a:lnTo>
                  <a:pt x="0" y="9402908"/>
                </a:lnTo>
                <a:lnTo>
                  <a:pt x="0" y="0"/>
                </a:lnTo>
                <a:close/>
              </a:path>
            </a:pathLst>
          </a:custGeom>
          <a:blipFill>
            <a:blip r:embed="rId3"/>
            <a:stretch>
              <a:fillRect l="0" t="0" r="-738" b="0"/>
            </a:stretch>
          </a:blipFill>
        </p:spPr>
      </p:sp>
      <p:sp>
        <p:nvSpPr>
          <p:cNvPr name="Freeform 4" id="4"/>
          <p:cNvSpPr/>
          <p:nvPr/>
        </p:nvSpPr>
        <p:spPr>
          <a:xfrm flipH="false" flipV="false" rot="0">
            <a:off x="431076" y="4315273"/>
            <a:ext cx="5735580" cy="4943027"/>
          </a:xfrm>
          <a:custGeom>
            <a:avLst/>
            <a:gdLst/>
            <a:ahLst/>
            <a:cxnLst/>
            <a:rect r="r" b="b" t="t" l="l"/>
            <a:pathLst>
              <a:path h="4943027" w="5735580">
                <a:moveTo>
                  <a:pt x="0" y="0"/>
                </a:moveTo>
                <a:lnTo>
                  <a:pt x="5735580" y="0"/>
                </a:lnTo>
                <a:lnTo>
                  <a:pt x="5735580" y="4943027"/>
                </a:lnTo>
                <a:lnTo>
                  <a:pt x="0" y="49430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6918" y="914400"/>
            <a:ext cx="8651567" cy="2179348"/>
          </a:xfrm>
          <a:prstGeom prst="rect">
            <a:avLst/>
          </a:prstGeom>
        </p:spPr>
        <p:txBody>
          <a:bodyPr anchor="t" rtlCol="false" tIns="0" lIns="0" bIns="0" rIns="0">
            <a:spAutoFit/>
          </a:bodyPr>
          <a:lstStyle/>
          <a:p>
            <a:pPr algn="ctr">
              <a:lnSpc>
                <a:spcPts val="8738"/>
              </a:lnSpc>
            </a:pPr>
            <a:r>
              <a:rPr lang="en-US" sz="6332" spc="221">
                <a:solidFill>
                  <a:srgbClr val="010101"/>
                </a:solidFill>
                <a:latin typeface="Archivo Black"/>
                <a:ea typeface="Archivo Black"/>
                <a:cs typeface="Archivo Black"/>
                <a:sym typeface="Archivo Black"/>
              </a:rPr>
              <a:t>OUR</a:t>
            </a:r>
          </a:p>
          <a:p>
            <a:pPr algn="ctr" marL="0" indent="0" lvl="0">
              <a:lnSpc>
                <a:spcPts val="8738"/>
              </a:lnSpc>
              <a:spcBef>
                <a:spcPct val="0"/>
              </a:spcBef>
            </a:pPr>
            <a:r>
              <a:rPr lang="en-US" sz="6332" spc="221">
                <a:solidFill>
                  <a:srgbClr val="010101"/>
                </a:solidFill>
                <a:latin typeface="Archivo Black"/>
                <a:ea typeface="Archivo Black"/>
                <a:cs typeface="Archivo Black"/>
                <a:sym typeface="Archivo Black"/>
              </a:rPr>
              <a:t> CUSTOMERS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7D5EB"/>
        </a:solidFill>
      </p:bgPr>
    </p:bg>
    <p:spTree>
      <p:nvGrpSpPr>
        <p:cNvPr id="1" name=""/>
        <p:cNvGrpSpPr/>
        <p:nvPr/>
      </p:nvGrpSpPr>
      <p:grpSpPr>
        <a:xfrm>
          <a:off x="0" y="0"/>
          <a:ext cx="0" cy="0"/>
          <a:chOff x="0" y="0"/>
          <a:chExt cx="0" cy="0"/>
        </a:xfrm>
      </p:grpSpPr>
      <p:sp>
        <p:nvSpPr>
          <p:cNvPr name="Freeform 2" id="2"/>
          <p:cNvSpPr/>
          <p:nvPr/>
        </p:nvSpPr>
        <p:spPr>
          <a:xfrm flipH="false" flipV="false" rot="0">
            <a:off x="15875267" y="9530170"/>
            <a:ext cx="3302023" cy="1020625"/>
          </a:xfrm>
          <a:custGeom>
            <a:avLst/>
            <a:gdLst/>
            <a:ahLst/>
            <a:cxnLst/>
            <a:rect r="r" b="b" t="t" l="l"/>
            <a:pathLst>
              <a:path h="1020625" w="3302023">
                <a:moveTo>
                  <a:pt x="0" y="0"/>
                </a:moveTo>
                <a:lnTo>
                  <a:pt x="3302023" y="0"/>
                </a:lnTo>
                <a:lnTo>
                  <a:pt x="3302023" y="1020626"/>
                </a:lnTo>
                <a:lnTo>
                  <a:pt x="0" y="10206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72996" y="-3203663"/>
            <a:ext cx="7839754" cy="7897188"/>
          </a:xfrm>
          <a:custGeom>
            <a:avLst/>
            <a:gdLst/>
            <a:ahLst/>
            <a:cxnLst/>
            <a:rect r="r" b="b" t="t" l="l"/>
            <a:pathLst>
              <a:path h="7897188" w="7839754">
                <a:moveTo>
                  <a:pt x="0" y="0"/>
                </a:moveTo>
                <a:lnTo>
                  <a:pt x="7839754" y="0"/>
                </a:lnTo>
                <a:lnTo>
                  <a:pt x="7839754" y="7897188"/>
                </a:lnTo>
                <a:lnTo>
                  <a:pt x="0" y="78971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5984" y="1443356"/>
            <a:ext cx="6273569" cy="7400289"/>
            <a:chOff x="0" y="0"/>
            <a:chExt cx="2323700" cy="2741032"/>
          </a:xfrm>
        </p:grpSpPr>
        <p:sp>
          <p:nvSpPr>
            <p:cNvPr name="Freeform 5" id="5"/>
            <p:cNvSpPr/>
            <p:nvPr/>
          </p:nvSpPr>
          <p:spPr>
            <a:xfrm flipH="false" flipV="false" rot="0">
              <a:off x="0" y="0"/>
              <a:ext cx="2323700" cy="2741032"/>
            </a:xfrm>
            <a:custGeom>
              <a:avLst/>
              <a:gdLst/>
              <a:ahLst/>
              <a:cxnLst/>
              <a:rect r="r" b="b" t="t" l="l"/>
              <a:pathLst>
                <a:path h="2741032" w="2323700">
                  <a:moveTo>
                    <a:pt x="0" y="0"/>
                  </a:moveTo>
                  <a:lnTo>
                    <a:pt x="2323700" y="0"/>
                  </a:lnTo>
                  <a:lnTo>
                    <a:pt x="2323700" y="2741032"/>
                  </a:lnTo>
                  <a:lnTo>
                    <a:pt x="0" y="2741032"/>
                  </a:lnTo>
                  <a:close/>
                </a:path>
              </a:pathLst>
            </a:custGeom>
            <a:solidFill>
              <a:srgbClr val="263F6B"/>
            </a:solidFill>
          </p:spPr>
        </p:sp>
        <p:sp>
          <p:nvSpPr>
            <p:cNvPr name="TextBox 6" id="6"/>
            <p:cNvSpPr txBox="true"/>
            <p:nvPr/>
          </p:nvSpPr>
          <p:spPr>
            <a:xfrm>
              <a:off x="0" y="-38100"/>
              <a:ext cx="2323700" cy="2779132"/>
            </a:xfrm>
            <a:prstGeom prst="rect">
              <a:avLst/>
            </a:prstGeom>
          </p:spPr>
          <p:txBody>
            <a:bodyPr anchor="ctr" rtlCol="false" tIns="50800" lIns="50800" bIns="50800" rIns="50800"/>
            <a:lstStyle/>
            <a:p>
              <a:pPr algn="ctr">
                <a:lnSpc>
                  <a:spcPts val="2520"/>
                </a:lnSpc>
              </a:pPr>
            </a:p>
          </p:txBody>
        </p:sp>
      </p:grpSp>
      <p:grpSp>
        <p:nvGrpSpPr>
          <p:cNvPr name="Group 7" id="7"/>
          <p:cNvGrpSpPr>
            <a:grpSpLocks noChangeAspect="true"/>
          </p:cNvGrpSpPr>
          <p:nvPr/>
        </p:nvGrpSpPr>
        <p:grpSpPr>
          <a:xfrm rot="0">
            <a:off x="844730" y="1973483"/>
            <a:ext cx="6165374" cy="8208389"/>
            <a:chOff x="0" y="0"/>
            <a:chExt cx="3663950" cy="4878070"/>
          </a:xfrm>
        </p:grpSpPr>
        <p:sp>
          <p:nvSpPr>
            <p:cNvPr name="Freeform 8" id="8"/>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6"/>
              <a:stretch>
                <a:fillRect l="0" t="-9537" r="0" b="0"/>
              </a:stretch>
            </a:blipFill>
          </p:spPr>
        </p:sp>
        <p:sp>
          <p:nvSpPr>
            <p:cNvPr name="Freeform 9" id="9"/>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263F6B"/>
            </a:solidFill>
          </p:spPr>
        </p:sp>
      </p:grpSp>
      <p:grpSp>
        <p:nvGrpSpPr>
          <p:cNvPr name="Group 10" id="10"/>
          <p:cNvGrpSpPr/>
          <p:nvPr/>
        </p:nvGrpSpPr>
        <p:grpSpPr>
          <a:xfrm rot="0">
            <a:off x="7351926" y="7497892"/>
            <a:ext cx="1571427" cy="157142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AutoShape 13" id="13"/>
          <p:cNvSpPr/>
          <p:nvPr/>
        </p:nvSpPr>
        <p:spPr>
          <a:xfrm flipV="true">
            <a:off x="9293333" y="8316940"/>
            <a:ext cx="1380219" cy="19050"/>
          </a:xfrm>
          <a:prstGeom prst="line">
            <a:avLst/>
          </a:prstGeom>
          <a:ln cap="flat" w="66675">
            <a:solidFill>
              <a:srgbClr val="FFFFFF"/>
            </a:solidFill>
            <a:prstDash val="lgDash"/>
            <a:headEnd type="none" len="sm" w="sm"/>
            <a:tailEnd type="none" len="sm" w="sm"/>
          </a:ln>
        </p:spPr>
      </p:sp>
      <p:sp>
        <p:nvSpPr>
          <p:cNvPr name="Freeform 14" id="14"/>
          <p:cNvSpPr/>
          <p:nvPr/>
        </p:nvSpPr>
        <p:spPr>
          <a:xfrm flipH="false" flipV="false" rot="0">
            <a:off x="1477314" y="-242713"/>
            <a:ext cx="3302023" cy="1020625"/>
          </a:xfrm>
          <a:custGeom>
            <a:avLst/>
            <a:gdLst/>
            <a:ahLst/>
            <a:cxnLst/>
            <a:rect r="r" b="b" t="t" l="l"/>
            <a:pathLst>
              <a:path h="1020625" w="3302023">
                <a:moveTo>
                  <a:pt x="0" y="0"/>
                </a:moveTo>
                <a:lnTo>
                  <a:pt x="3302023" y="0"/>
                </a:lnTo>
                <a:lnTo>
                  <a:pt x="3302023" y="1020625"/>
                </a:lnTo>
                <a:lnTo>
                  <a:pt x="0" y="10206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7305467" y="2932764"/>
            <a:ext cx="1760761" cy="17607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18" id="18"/>
          <p:cNvGrpSpPr/>
          <p:nvPr/>
        </p:nvGrpSpPr>
        <p:grpSpPr>
          <a:xfrm rot="0">
            <a:off x="7286329" y="5284075"/>
            <a:ext cx="1587205" cy="158720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AutoShape 21" id="21"/>
          <p:cNvSpPr/>
          <p:nvPr/>
        </p:nvSpPr>
        <p:spPr>
          <a:xfrm flipV="true">
            <a:off x="9738119" y="3846479"/>
            <a:ext cx="1380219" cy="19050"/>
          </a:xfrm>
          <a:prstGeom prst="line">
            <a:avLst/>
          </a:prstGeom>
          <a:ln cap="flat" w="66675">
            <a:solidFill>
              <a:srgbClr val="FFFFFF"/>
            </a:solidFill>
            <a:prstDash val="lgDash"/>
            <a:headEnd type="none" len="sm" w="sm"/>
            <a:tailEnd type="none" len="sm" w="sm"/>
          </a:ln>
        </p:spPr>
      </p:sp>
      <p:sp>
        <p:nvSpPr>
          <p:cNvPr name="AutoShape 22" id="22"/>
          <p:cNvSpPr/>
          <p:nvPr/>
        </p:nvSpPr>
        <p:spPr>
          <a:xfrm flipV="true">
            <a:off x="9345488" y="6111012"/>
            <a:ext cx="1380219" cy="19050"/>
          </a:xfrm>
          <a:prstGeom prst="line">
            <a:avLst/>
          </a:prstGeom>
          <a:ln cap="flat" w="66675">
            <a:solidFill>
              <a:srgbClr val="FFFFFF"/>
            </a:solidFill>
            <a:prstDash val="lgDash"/>
            <a:headEnd type="none" len="sm" w="sm"/>
            <a:tailEnd type="none" len="sm" w="sm"/>
          </a:ln>
        </p:spPr>
      </p:sp>
      <p:sp>
        <p:nvSpPr>
          <p:cNvPr name="Freeform 23" id="23"/>
          <p:cNvSpPr/>
          <p:nvPr/>
        </p:nvSpPr>
        <p:spPr>
          <a:xfrm flipH="false" flipV="false" rot="0">
            <a:off x="7448342" y="3075639"/>
            <a:ext cx="1475011" cy="1475011"/>
          </a:xfrm>
          <a:custGeom>
            <a:avLst/>
            <a:gdLst/>
            <a:ahLst/>
            <a:cxnLst/>
            <a:rect r="r" b="b" t="t" l="l"/>
            <a:pathLst>
              <a:path h="1475011" w="1475011">
                <a:moveTo>
                  <a:pt x="0" y="0"/>
                </a:moveTo>
                <a:lnTo>
                  <a:pt x="1475011" y="0"/>
                </a:lnTo>
                <a:lnTo>
                  <a:pt x="1475011" y="1475011"/>
                </a:lnTo>
                <a:lnTo>
                  <a:pt x="0" y="14750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7428226" y="5425972"/>
            <a:ext cx="1303411" cy="1303411"/>
          </a:xfrm>
          <a:custGeom>
            <a:avLst/>
            <a:gdLst/>
            <a:ahLst/>
            <a:cxnLst/>
            <a:rect r="r" b="b" t="t" l="l"/>
            <a:pathLst>
              <a:path h="1303411" w="1303411">
                <a:moveTo>
                  <a:pt x="0" y="0"/>
                </a:moveTo>
                <a:lnTo>
                  <a:pt x="1303410" y="0"/>
                </a:lnTo>
                <a:lnTo>
                  <a:pt x="1303410" y="1303411"/>
                </a:lnTo>
                <a:lnTo>
                  <a:pt x="0" y="13034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7695056" y="7670952"/>
            <a:ext cx="817614" cy="1225307"/>
          </a:xfrm>
          <a:custGeom>
            <a:avLst/>
            <a:gdLst/>
            <a:ahLst/>
            <a:cxnLst/>
            <a:rect r="r" b="b" t="t" l="l"/>
            <a:pathLst>
              <a:path h="1225307" w="817614">
                <a:moveTo>
                  <a:pt x="0" y="0"/>
                </a:moveTo>
                <a:lnTo>
                  <a:pt x="817614" y="0"/>
                </a:lnTo>
                <a:lnTo>
                  <a:pt x="817614" y="1225307"/>
                </a:lnTo>
                <a:lnTo>
                  <a:pt x="0" y="12253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11035722" y="7183317"/>
            <a:ext cx="2979838" cy="645250"/>
          </a:xfrm>
          <a:prstGeom prst="rect">
            <a:avLst/>
          </a:prstGeom>
        </p:spPr>
        <p:txBody>
          <a:bodyPr anchor="t" rtlCol="false" tIns="0" lIns="0" bIns="0" rIns="0">
            <a:spAutoFit/>
          </a:bodyPr>
          <a:lstStyle/>
          <a:p>
            <a:pPr algn="l">
              <a:lnSpc>
                <a:spcPts val="4940"/>
              </a:lnSpc>
            </a:pPr>
            <a:r>
              <a:rPr lang="en-US" sz="3659" spc="-128" b="true">
                <a:solidFill>
                  <a:srgbClr val="588D9B"/>
                </a:solidFill>
                <a:latin typeface="Telegraf Ultra-Bold"/>
                <a:ea typeface="Telegraf Ultra-Bold"/>
                <a:cs typeface="Telegraf Ultra-Bold"/>
                <a:sym typeface="Telegraf Ultra-Bold"/>
              </a:rPr>
              <a:t>Location:</a:t>
            </a:r>
          </a:p>
        </p:txBody>
      </p:sp>
      <p:sp>
        <p:nvSpPr>
          <p:cNvPr name="TextBox 27" id="27"/>
          <p:cNvSpPr txBox="true"/>
          <p:nvPr/>
        </p:nvSpPr>
        <p:spPr>
          <a:xfrm rot="0">
            <a:off x="9345028" y="1081444"/>
            <a:ext cx="8772038" cy="1275387"/>
          </a:xfrm>
          <a:prstGeom prst="rect">
            <a:avLst/>
          </a:prstGeom>
        </p:spPr>
        <p:txBody>
          <a:bodyPr anchor="t" rtlCol="false" tIns="0" lIns="0" bIns="0" rIns="0">
            <a:spAutoFit/>
          </a:bodyPr>
          <a:lstStyle/>
          <a:p>
            <a:pPr algn="l">
              <a:lnSpc>
                <a:spcPts val="9824"/>
              </a:lnSpc>
            </a:pPr>
            <a:r>
              <a:rPr lang="en-US" sz="8931" spc="-312" b="true">
                <a:solidFill>
                  <a:srgbClr val="392E2E"/>
                </a:solidFill>
                <a:latin typeface="Livvic Semi-Bold"/>
                <a:ea typeface="Livvic Semi-Bold"/>
                <a:cs typeface="Livvic Semi-Bold"/>
                <a:sym typeface="Livvic Semi-Bold"/>
              </a:rPr>
              <a:t>Contact Us</a:t>
            </a:r>
          </a:p>
        </p:txBody>
      </p:sp>
      <p:sp>
        <p:nvSpPr>
          <p:cNvPr name="TextBox 28" id="28"/>
          <p:cNvSpPr txBox="true"/>
          <p:nvPr/>
        </p:nvSpPr>
        <p:spPr>
          <a:xfrm rot="0">
            <a:off x="11722831" y="3121936"/>
            <a:ext cx="2979838" cy="645250"/>
          </a:xfrm>
          <a:prstGeom prst="rect">
            <a:avLst/>
          </a:prstGeom>
        </p:spPr>
        <p:txBody>
          <a:bodyPr anchor="t" rtlCol="false" tIns="0" lIns="0" bIns="0" rIns="0">
            <a:spAutoFit/>
          </a:bodyPr>
          <a:lstStyle/>
          <a:p>
            <a:pPr algn="l">
              <a:lnSpc>
                <a:spcPts val="4940"/>
              </a:lnSpc>
            </a:pPr>
            <a:r>
              <a:rPr lang="en-US" sz="3659" spc="-128" b="true">
                <a:solidFill>
                  <a:srgbClr val="588D9B"/>
                </a:solidFill>
                <a:latin typeface="Telegraf Ultra-Bold"/>
                <a:ea typeface="Telegraf Ultra-Bold"/>
                <a:cs typeface="Telegraf Ultra-Bold"/>
                <a:sym typeface="Telegraf Ultra-Bold"/>
              </a:rPr>
              <a:t>Call us:</a:t>
            </a:r>
          </a:p>
        </p:txBody>
      </p:sp>
      <p:sp>
        <p:nvSpPr>
          <p:cNvPr name="TextBox 29" id="29"/>
          <p:cNvSpPr txBox="true"/>
          <p:nvPr/>
        </p:nvSpPr>
        <p:spPr>
          <a:xfrm rot="0">
            <a:off x="11722831" y="3775730"/>
            <a:ext cx="4125047" cy="533680"/>
          </a:xfrm>
          <a:prstGeom prst="rect">
            <a:avLst/>
          </a:prstGeom>
        </p:spPr>
        <p:txBody>
          <a:bodyPr anchor="t" rtlCol="false" tIns="0" lIns="0" bIns="0" rIns="0">
            <a:spAutoFit/>
          </a:bodyPr>
          <a:lstStyle/>
          <a:p>
            <a:pPr algn="l">
              <a:lnSpc>
                <a:spcPts val="4074"/>
              </a:lnSpc>
            </a:pPr>
            <a:r>
              <a:rPr lang="en-US" sz="3017" spc="-105" b="true">
                <a:solidFill>
                  <a:srgbClr val="392E2E"/>
                </a:solidFill>
                <a:latin typeface="Telegraf Medium"/>
                <a:ea typeface="Telegraf Medium"/>
                <a:cs typeface="Telegraf Medium"/>
                <a:sym typeface="Telegraf Medium"/>
              </a:rPr>
              <a:t>9750939432/33</a:t>
            </a:r>
          </a:p>
        </p:txBody>
      </p:sp>
      <p:sp>
        <p:nvSpPr>
          <p:cNvPr name="TextBox 30" id="30"/>
          <p:cNvSpPr txBox="true"/>
          <p:nvPr/>
        </p:nvSpPr>
        <p:spPr>
          <a:xfrm rot="0">
            <a:off x="11450323" y="5197619"/>
            <a:ext cx="2979838" cy="645250"/>
          </a:xfrm>
          <a:prstGeom prst="rect">
            <a:avLst/>
          </a:prstGeom>
        </p:spPr>
        <p:txBody>
          <a:bodyPr anchor="t" rtlCol="false" tIns="0" lIns="0" bIns="0" rIns="0">
            <a:spAutoFit/>
          </a:bodyPr>
          <a:lstStyle/>
          <a:p>
            <a:pPr algn="l">
              <a:lnSpc>
                <a:spcPts val="4940"/>
              </a:lnSpc>
            </a:pPr>
            <a:r>
              <a:rPr lang="en-US" sz="3659" spc="-128" b="true">
                <a:solidFill>
                  <a:srgbClr val="588D9B"/>
                </a:solidFill>
                <a:latin typeface="Telegraf Ultra-Bold"/>
                <a:ea typeface="Telegraf Ultra-Bold"/>
                <a:cs typeface="Telegraf Ultra-Bold"/>
                <a:sym typeface="Telegraf Ultra-Bold"/>
              </a:rPr>
              <a:t>Email us:</a:t>
            </a:r>
          </a:p>
        </p:txBody>
      </p:sp>
      <p:sp>
        <p:nvSpPr>
          <p:cNvPr name="TextBox 31" id="31"/>
          <p:cNvSpPr txBox="true"/>
          <p:nvPr/>
        </p:nvSpPr>
        <p:spPr>
          <a:xfrm rot="0">
            <a:off x="11450323" y="5851413"/>
            <a:ext cx="6075955" cy="533680"/>
          </a:xfrm>
          <a:prstGeom prst="rect">
            <a:avLst/>
          </a:prstGeom>
        </p:spPr>
        <p:txBody>
          <a:bodyPr anchor="t" rtlCol="false" tIns="0" lIns="0" bIns="0" rIns="0">
            <a:spAutoFit/>
          </a:bodyPr>
          <a:lstStyle/>
          <a:p>
            <a:pPr algn="l">
              <a:lnSpc>
                <a:spcPts val="4074"/>
              </a:lnSpc>
            </a:pPr>
            <a:r>
              <a:rPr lang="en-US" sz="3017" spc="-105" b="true">
                <a:solidFill>
                  <a:srgbClr val="392E2E"/>
                </a:solidFill>
                <a:latin typeface="Telegraf Medium"/>
                <a:ea typeface="Telegraf Medium"/>
                <a:cs typeface="Telegraf Medium"/>
                <a:sym typeface="Telegraf Medium"/>
              </a:rPr>
              <a:t>dynamic_tooling@yahoo.co.in</a:t>
            </a:r>
          </a:p>
        </p:txBody>
      </p:sp>
      <p:sp>
        <p:nvSpPr>
          <p:cNvPr name="TextBox 32" id="32"/>
          <p:cNvSpPr txBox="true"/>
          <p:nvPr/>
        </p:nvSpPr>
        <p:spPr>
          <a:xfrm rot="0">
            <a:off x="11035722" y="7837111"/>
            <a:ext cx="6817237" cy="2078591"/>
          </a:xfrm>
          <a:prstGeom prst="rect">
            <a:avLst/>
          </a:prstGeom>
        </p:spPr>
        <p:txBody>
          <a:bodyPr anchor="t" rtlCol="false" tIns="0" lIns="0" bIns="0" rIns="0">
            <a:spAutoFit/>
          </a:bodyPr>
          <a:lstStyle/>
          <a:p>
            <a:pPr algn="l">
              <a:lnSpc>
                <a:spcPts val="4074"/>
              </a:lnSpc>
            </a:pPr>
            <a:r>
              <a:rPr lang="en-US" sz="3017" spc="-105" b="true">
                <a:solidFill>
                  <a:srgbClr val="392E2E"/>
                </a:solidFill>
                <a:latin typeface="Telegraf Medium"/>
                <a:ea typeface="Telegraf Medium"/>
                <a:cs typeface="Telegraf Medium"/>
                <a:sym typeface="Telegraf Medium"/>
              </a:rPr>
              <a:t>S.No:14/2, Plot No.2-4, DTS Complex, Anumepalli, Near Rejeswari Layout, Zuzuvadi, Hosur </a:t>
            </a:r>
          </a:p>
          <a:p>
            <a:pPr algn="l">
              <a:lnSpc>
                <a:spcPts val="4074"/>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7D5EB"/>
        </a:solidFill>
      </p:bgPr>
    </p:bg>
    <p:spTree>
      <p:nvGrpSpPr>
        <p:cNvPr id="1" name=""/>
        <p:cNvGrpSpPr/>
        <p:nvPr/>
      </p:nvGrpSpPr>
      <p:grpSpPr>
        <a:xfrm>
          <a:off x="0" y="0"/>
          <a:ext cx="0" cy="0"/>
          <a:chOff x="0" y="0"/>
          <a:chExt cx="0" cy="0"/>
        </a:xfrm>
      </p:grpSpPr>
      <p:sp>
        <p:nvSpPr>
          <p:cNvPr name="Freeform 2" id="2"/>
          <p:cNvSpPr/>
          <p:nvPr/>
        </p:nvSpPr>
        <p:spPr>
          <a:xfrm flipH="false" flipV="false" rot="0">
            <a:off x="-272018" y="0"/>
            <a:ext cx="18832037" cy="10287000"/>
          </a:xfrm>
          <a:custGeom>
            <a:avLst/>
            <a:gdLst/>
            <a:ahLst/>
            <a:cxnLst/>
            <a:rect r="r" b="b" t="t" l="l"/>
            <a:pathLst>
              <a:path h="10287000" w="18832037">
                <a:moveTo>
                  <a:pt x="0" y="0"/>
                </a:moveTo>
                <a:lnTo>
                  <a:pt x="18832036" y="0"/>
                </a:lnTo>
                <a:lnTo>
                  <a:pt x="18832036" y="10287000"/>
                </a:lnTo>
                <a:lnTo>
                  <a:pt x="0" y="10287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DAF_Q4hXA3g</dc:identifier>
  <dcterms:modified xsi:type="dcterms:W3CDTF">2011-08-01T06:04:30Z</dcterms:modified>
  <cp:revision>1</cp:revision>
  <dc:title>DTS COMPANY PROFILE</dc:title>
</cp:coreProperties>
</file>